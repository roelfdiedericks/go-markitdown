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Lst>
  <p:notesMasterIdLst>
    <p:notesMasterId r:id="rId7"/>
  </p:notesMasterIdLst>
  <p:sldIdLst>
    <p:sldId id="256" r:id="rId3"/>
    <p:sldId id="257" r:id="rId4"/>
    <p:sldId id="258" r:id="rId5"/>
    <p:sldId id="259" r:id="rId6"/>
  </p:sldIdLst>
  <p:sldSz cx="10080625" cy="7559675"/>
  <p:notesSz cx="7559675" cy="10691813"/>
  <p:defaultTextStyle>
    <a:defPPr>
      <a:defRPr lang="en-GB"/>
    </a:defPPr>
    <a:lvl1pPr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n-ea"/>
        <a:cs typeface="Droid Sans Fallback" charset="0"/>
      </a:defRPr>
    </a:lvl1pPr>
    <a:lvl2pPr marL="742950" indent="-28575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n-ea"/>
        <a:cs typeface="Droid Sans Fallback" charset="0"/>
      </a:defRPr>
    </a:lvl2pPr>
    <a:lvl3pPr marL="11430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n-ea"/>
        <a:cs typeface="Droid Sans Fallback" charset="0"/>
      </a:defRPr>
    </a:lvl3pPr>
    <a:lvl4pPr marL="16002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n-ea"/>
        <a:cs typeface="Droid Sans Fallback" charset="0"/>
      </a:defRPr>
    </a:lvl4pPr>
    <a:lvl5pPr marL="20574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n-ea"/>
        <a:cs typeface="Droid Sans Fallback" charset="0"/>
      </a:defRPr>
    </a:lvl5pPr>
    <a:lvl6pPr marL="2286000" algn="l" defTabSz="914400" rtl="0" eaLnBrk="1" latinLnBrk="0" hangingPunct="1">
      <a:defRPr kern="1200">
        <a:solidFill>
          <a:schemeClr val="tx1"/>
        </a:solidFill>
        <a:latin typeface="Arial" panose="020B0604020202020204" pitchFamily="34" charset="0"/>
        <a:ea typeface="+mn-ea"/>
        <a:cs typeface="Droid Sans Fallback" charset="0"/>
      </a:defRPr>
    </a:lvl6pPr>
    <a:lvl7pPr marL="2743200" algn="l" defTabSz="914400" rtl="0" eaLnBrk="1" latinLnBrk="0" hangingPunct="1">
      <a:defRPr kern="1200">
        <a:solidFill>
          <a:schemeClr val="tx1"/>
        </a:solidFill>
        <a:latin typeface="Arial" panose="020B0604020202020204" pitchFamily="34" charset="0"/>
        <a:ea typeface="+mn-ea"/>
        <a:cs typeface="Droid Sans Fallback" charset="0"/>
      </a:defRPr>
    </a:lvl7pPr>
    <a:lvl8pPr marL="3200400" algn="l" defTabSz="914400" rtl="0" eaLnBrk="1" latinLnBrk="0" hangingPunct="1">
      <a:defRPr kern="1200">
        <a:solidFill>
          <a:schemeClr val="tx1"/>
        </a:solidFill>
        <a:latin typeface="Arial" panose="020B0604020202020204" pitchFamily="34" charset="0"/>
        <a:ea typeface="+mn-ea"/>
        <a:cs typeface="Droid Sans Fallback" charset="0"/>
      </a:defRPr>
    </a:lvl8pPr>
    <a:lvl9pPr marL="3657600" algn="l" defTabSz="914400" rtl="0" eaLnBrk="1" latinLnBrk="0" hangingPunct="1">
      <a:defRPr kern="1200">
        <a:solidFill>
          <a:schemeClr val="tx1"/>
        </a:solidFill>
        <a:latin typeface="Arial" panose="020B0604020202020204" pitchFamily="34" charset="0"/>
        <a:ea typeface="+mn-ea"/>
        <a:cs typeface="Droid Sans Fallback"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9" d="100"/>
          <a:sy n="89" d="100"/>
        </p:scale>
        <p:origin x="7230" y="102"/>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notesMaster" Target="notesMasters/notesMaster1.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Rectangle 1">
            <a:extLst>
              <a:ext uri="{FF2B5EF4-FFF2-40B4-BE49-F238E27FC236}">
                <a16:creationId xmlns:a16="http://schemas.microsoft.com/office/drawing/2014/main" id="{DC6EE038-628E-286B-A938-50BE487D431A}"/>
              </a:ext>
            </a:extLst>
          </p:cNvPr>
          <p:cNvSpPr>
            <a:spLocks noGrp="1" noChangeArrowheads="1"/>
          </p:cNvSpPr>
          <p:nvPr>
            <p:ph type="sldImg"/>
          </p:nvPr>
        </p:nvSpPr>
        <p:spPr bwMode="auto">
          <a:xfrm>
            <a:off x="1484313" y="900113"/>
            <a:ext cx="4587875" cy="3440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74" name="Rectangle 2">
            <a:extLst>
              <a:ext uri="{FF2B5EF4-FFF2-40B4-BE49-F238E27FC236}">
                <a16:creationId xmlns:a16="http://schemas.microsoft.com/office/drawing/2014/main" id="{2AEF3B71-401C-FD5F-6E27-1BC91FD8D235}"/>
              </a:ext>
            </a:extLst>
          </p:cNvPr>
          <p:cNvSpPr>
            <a:spLocks noGrp="1" noChangeArrowheads="1"/>
          </p:cNvSpPr>
          <p:nvPr>
            <p:ph type="body"/>
          </p:nvPr>
        </p:nvSpPr>
        <p:spPr bwMode="auto">
          <a:xfrm>
            <a:off x="720725" y="4679950"/>
            <a:ext cx="6118225" cy="5038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endParaRPr lang="en-US" altLang="en-US"/>
          </a:p>
        </p:txBody>
      </p:sp>
      <p:sp>
        <p:nvSpPr>
          <p:cNvPr id="3075" name="Rectangle 3">
            <a:extLst>
              <a:ext uri="{FF2B5EF4-FFF2-40B4-BE49-F238E27FC236}">
                <a16:creationId xmlns:a16="http://schemas.microsoft.com/office/drawing/2014/main" id="{402D2F23-D4F3-5485-36D8-022921BB2900}"/>
              </a:ext>
            </a:extLst>
          </p:cNvPr>
          <p:cNvSpPr>
            <a:spLocks noGrp="1" noChangeArrowheads="1"/>
          </p:cNvSpPr>
          <p:nvPr>
            <p:ph type="hdr"/>
          </p:nvPr>
        </p:nvSpPr>
        <p:spPr bwMode="auto">
          <a:xfrm>
            <a:off x="0" y="0"/>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nSpc>
                <a:spcPct val="93000"/>
              </a:lnSpc>
              <a:tabLst>
                <a:tab pos="457200" algn="l"/>
                <a:tab pos="914400" algn="l"/>
                <a:tab pos="1371600" algn="l"/>
                <a:tab pos="1828800" algn="l"/>
                <a:tab pos="2286000" algn="l"/>
                <a:tab pos="2743200" algn="l"/>
                <a:tab pos="32004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3076" name="Rectangle 4">
            <a:extLst>
              <a:ext uri="{FF2B5EF4-FFF2-40B4-BE49-F238E27FC236}">
                <a16:creationId xmlns:a16="http://schemas.microsoft.com/office/drawing/2014/main" id="{B7BE7B54-A4B4-8808-C558-DFB6BF8DB157}"/>
              </a:ext>
            </a:extLst>
          </p:cNvPr>
          <p:cNvSpPr>
            <a:spLocks noGrp="1" noChangeArrowheads="1"/>
          </p:cNvSpPr>
          <p:nvPr>
            <p:ph type="dt"/>
          </p:nvPr>
        </p:nvSpPr>
        <p:spPr bwMode="auto">
          <a:xfrm>
            <a:off x="4279900" y="0"/>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lnSpc>
                <a:spcPct val="93000"/>
              </a:lnSpc>
              <a:tabLst>
                <a:tab pos="457200" algn="l"/>
                <a:tab pos="914400" algn="l"/>
                <a:tab pos="1371600" algn="l"/>
                <a:tab pos="1828800" algn="l"/>
                <a:tab pos="2286000" algn="l"/>
                <a:tab pos="2743200" algn="l"/>
                <a:tab pos="32004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3077" name="Rectangle 5">
            <a:extLst>
              <a:ext uri="{FF2B5EF4-FFF2-40B4-BE49-F238E27FC236}">
                <a16:creationId xmlns:a16="http://schemas.microsoft.com/office/drawing/2014/main" id="{6EC27A5B-CC54-5F96-63CC-2956E539AAC1}"/>
              </a:ext>
            </a:extLst>
          </p:cNvPr>
          <p:cNvSpPr>
            <a:spLocks noGrp="1" noChangeArrowheads="1"/>
          </p:cNvSpPr>
          <p:nvPr>
            <p:ph type="ftr"/>
          </p:nvPr>
        </p:nvSpPr>
        <p:spPr bwMode="auto">
          <a:xfrm>
            <a:off x="0" y="10156825"/>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nSpc>
                <a:spcPct val="93000"/>
              </a:lnSpc>
              <a:tabLst>
                <a:tab pos="457200" algn="l"/>
                <a:tab pos="914400" algn="l"/>
                <a:tab pos="1371600" algn="l"/>
                <a:tab pos="1828800" algn="l"/>
                <a:tab pos="2286000" algn="l"/>
                <a:tab pos="2743200" algn="l"/>
                <a:tab pos="32004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3078" name="Rectangle 6">
            <a:extLst>
              <a:ext uri="{FF2B5EF4-FFF2-40B4-BE49-F238E27FC236}">
                <a16:creationId xmlns:a16="http://schemas.microsoft.com/office/drawing/2014/main" id="{E2DE23F8-574C-B9E7-B233-5AAF1C58B91D}"/>
              </a:ext>
            </a:extLst>
          </p:cNvPr>
          <p:cNvSpPr>
            <a:spLocks noGrp="1" noChangeArrowheads="1"/>
          </p:cNvSpPr>
          <p:nvPr>
            <p:ph type="sldNum"/>
          </p:nvPr>
        </p:nvSpPr>
        <p:spPr bwMode="auto">
          <a:xfrm>
            <a:off x="4279900" y="10156825"/>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r">
              <a:lnSpc>
                <a:spcPct val="93000"/>
              </a:lnSpc>
              <a:tabLst>
                <a:tab pos="457200" algn="l"/>
                <a:tab pos="914400" algn="l"/>
                <a:tab pos="1371600" algn="l"/>
                <a:tab pos="1828800" algn="l"/>
                <a:tab pos="2286000" algn="l"/>
                <a:tab pos="2743200" algn="l"/>
                <a:tab pos="3200400" algn="l"/>
              </a:tabLst>
              <a:defRPr sz="1400">
                <a:solidFill>
                  <a:srgbClr val="000000"/>
                </a:solidFill>
                <a:latin typeface="Times New Roman" panose="02020603050405020304" pitchFamily="18" charset="0"/>
                <a:cs typeface="DejaVu Sans" charset="0"/>
              </a:defRPr>
            </a:lvl1pPr>
          </a:lstStyle>
          <a:p>
            <a:fld id="{7C9B9D23-B108-47C8-B4F6-713FC25DFB6B}"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C9A58624-EB2E-38E0-0370-E829F0A279AC}"/>
              </a:ext>
            </a:extLst>
          </p:cNvPr>
          <p:cNvSpPr>
            <a:spLocks noGrp="1" noChangeArrowheads="1"/>
          </p:cNvSpPr>
          <p:nvPr>
            <p:ph type="sldNum"/>
          </p:nvPr>
        </p:nvSpPr>
        <p:spPr>
          <a:ln/>
        </p:spPr>
        <p:txBody>
          <a:bodyPr/>
          <a:lstStyle/>
          <a:p>
            <a:fld id="{928A4523-EA33-4B0D-A56F-6E43EBD8031A}" type="slidenum">
              <a:rPr lang="en-US" altLang="en-US"/>
              <a:pPr/>
              <a:t>1</a:t>
            </a:fld>
            <a:endParaRPr lang="en-US" altLang="en-US"/>
          </a:p>
        </p:txBody>
      </p:sp>
      <p:sp>
        <p:nvSpPr>
          <p:cNvPr id="8193" name="Rectangle 1">
            <a:extLst>
              <a:ext uri="{FF2B5EF4-FFF2-40B4-BE49-F238E27FC236}">
                <a16:creationId xmlns:a16="http://schemas.microsoft.com/office/drawing/2014/main" id="{217ED70D-4865-2424-9639-3CBB774B8A9D}"/>
              </a:ext>
            </a:extLst>
          </p:cNvPr>
          <p:cNvSpPr txBox="1">
            <a:spLocks noChangeArrowheads="1"/>
          </p:cNvSpPr>
          <p:nvPr>
            <p:ph type="sldImg"/>
          </p:nvPr>
        </p:nvSpPr>
        <p:spPr bwMode="auto">
          <a:xfrm>
            <a:off x="1484313" y="900113"/>
            <a:ext cx="4589462"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194" name="Rectangle 2">
            <a:extLst>
              <a:ext uri="{FF2B5EF4-FFF2-40B4-BE49-F238E27FC236}">
                <a16:creationId xmlns:a16="http://schemas.microsoft.com/office/drawing/2014/main" id="{B32B9978-AB32-DF96-87D6-86952DDBBA49}"/>
              </a:ext>
            </a:extLst>
          </p:cNvPr>
          <p:cNvSpPr txBox="1">
            <a:spLocks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68102888-1413-198A-02F4-A98E35BFB518}"/>
              </a:ext>
            </a:extLst>
          </p:cNvPr>
          <p:cNvSpPr>
            <a:spLocks noGrp="1" noChangeArrowheads="1"/>
          </p:cNvSpPr>
          <p:nvPr>
            <p:ph type="sldNum"/>
          </p:nvPr>
        </p:nvSpPr>
        <p:spPr>
          <a:ln/>
        </p:spPr>
        <p:txBody>
          <a:bodyPr/>
          <a:lstStyle/>
          <a:p>
            <a:fld id="{2DE1F7A0-F8B6-42D9-A0B1-F39B02C241FF}" type="slidenum">
              <a:rPr lang="en-US" altLang="en-US"/>
              <a:pPr/>
              <a:t>2</a:t>
            </a:fld>
            <a:endParaRPr lang="en-US" altLang="en-US"/>
          </a:p>
        </p:txBody>
      </p:sp>
      <p:sp>
        <p:nvSpPr>
          <p:cNvPr id="9217" name="Rectangle 1">
            <a:extLst>
              <a:ext uri="{FF2B5EF4-FFF2-40B4-BE49-F238E27FC236}">
                <a16:creationId xmlns:a16="http://schemas.microsoft.com/office/drawing/2014/main" id="{7B6DE0C5-8FD7-631F-21A9-B9B8CCC54086}"/>
              </a:ext>
            </a:extLst>
          </p:cNvPr>
          <p:cNvSpPr txBox="1">
            <a:spLocks noChangeArrowheads="1"/>
          </p:cNvSpPr>
          <p:nvPr>
            <p:ph type="sldImg"/>
          </p:nvPr>
        </p:nvSpPr>
        <p:spPr bwMode="auto">
          <a:xfrm>
            <a:off x="1484313" y="900113"/>
            <a:ext cx="4589462"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18" name="Rectangle 2">
            <a:extLst>
              <a:ext uri="{FF2B5EF4-FFF2-40B4-BE49-F238E27FC236}">
                <a16:creationId xmlns:a16="http://schemas.microsoft.com/office/drawing/2014/main" id="{B6CF0319-9D18-85F7-7A7D-116712449B57}"/>
              </a:ext>
            </a:extLst>
          </p:cNvPr>
          <p:cNvSpPr txBox="1">
            <a:spLocks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9F352864-5EF0-50C6-C4FD-86D855E1313F}"/>
              </a:ext>
            </a:extLst>
          </p:cNvPr>
          <p:cNvSpPr>
            <a:spLocks noGrp="1" noChangeArrowheads="1"/>
          </p:cNvSpPr>
          <p:nvPr>
            <p:ph type="sldNum"/>
          </p:nvPr>
        </p:nvSpPr>
        <p:spPr>
          <a:ln/>
        </p:spPr>
        <p:txBody>
          <a:bodyPr/>
          <a:lstStyle/>
          <a:p>
            <a:fld id="{90A77A49-CE5E-4ACB-BD93-825D901BCA62}" type="slidenum">
              <a:rPr lang="en-US" altLang="en-US"/>
              <a:pPr/>
              <a:t>3</a:t>
            </a:fld>
            <a:endParaRPr lang="en-US" altLang="en-US"/>
          </a:p>
        </p:txBody>
      </p:sp>
      <p:sp>
        <p:nvSpPr>
          <p:cNvPr id="10241" name="Rectangle 1">
            <a:extLst>
              <a:ext uri="{FF2B5EF4-FFF2-40B4-BE49-F238E27FC236}">
                <a16:creationId xmlns:a16="http://schemas.microsoft.com/office/drawing/2014/main" id="{D3CFE4CD-A914-6426-1648-BD5E3BD5F06F}"/>
              </a:ext>
            </a:extLst>
          </p:cNvPr>
          <p:cNvSpPr txBox="1">
            <a:spLocks noChangeArrowheads="1"/>
          </p:cNvSpPr>
          <p:nvPr>
            <p:ph type="sldImg"/>
          </p:nvPr>
        </p:nvSpPr>
        <p:spPr bwMode="auto">
          <a:xfrm>
            <a:off x="1484313" y="900113"/>
            <a:ext cx="4589462"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242" name="Rectangle 2">
            <a:extLst>
              <a:ext uri="{FF2B5EF4-FFF2-40B4-BE49-F238E27FC236}">
                <a16:creationId xmlns:a16="http://schemas.microsoft.com/office/drawing/2014/main" id="{6EB6A4CD-91F6-50A1-57AB-98EA1EB43F2F}"/>
              </a:ext>
            </a:extLst>
          </p:cNvPr>
          <p:cNvSpPr txBox="1">
            <a:spLocks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08219927-826F-EBEC-18A5-9509A3450940}"/>
              </a:ext>
            </a:extLst>
          </p:cNvPr>
          <p:cNvSpPr>
            <a:spLocks noGrp="1" noChangeArrowheads="1"/>
          </p:cNvSpPr>
          <p:nvPr>
            <p:ph type="sldNum"/>
          </p:nvPr>
        </p:nvSpPr>
        <p:spPr>
          <a:ln/>
        </p:spPr>
        <p:txBody>
          <a:bodyPr/>
          <a:lstStyle/>
          <a:p>
            <a:fld id="{A481C3E9-C230-4B47-9FE1-E83652C9FD82}" type="slidenum">
              <a:rPr lang="en-US" altLang="en-US"/>
              <a:pPr/>
              <a:t>4</a:t>
            </a:fld>
            <a:endParaRPr lang="en-US" altLang="en-US"/>
          </a:p>
        </p:txBody>
      </p:sp>
      <p:sp>
        <p:nvSpPr>
          <p:cNvPr id="11265" name="Rectangle 1">
            <a:extLst>
              <a:ext uri="{FF2B5EF4-FFF2-40B4-BE49-F238E27FC236}">
                <a16:creationId xmlns:a16="http://schemas.microsoft.com/office/drawing/2014/main" id="{6721DEF8-FFA1-5B4C-62E8-8AAF09710415}"/>
              </a:ext>
            </a:extLst>
          </p:cNvPr>
          <p:cNvSpPr txBox="1">
            <a:spLocks noChangeArrowheads="1"/>
          </p:cNvSpPr>
          <p:nvPr>
            <p:ph type="sldImg"/>
          </p:nvPr>
        </p:nvSpPr>
        <p:spPr bwMode="auto">
          <a:xfrm>
            <a:off x="1484313" y="900113"/>
            <a:ext cx="4589462"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1266" name="Rectangle 2">
            <a:extLst>
              <a:ext uri="{FF2B5EF4-FFF2-40B4-BE49-F238E27FC236}">
                <a16:creationId xmlns:a16="http://schemas.microsoft.com/office/drawing/2014/main" id="{E5C164D3-8147-FB38-AB7F-A6C0FCAAF901}"/>
              </a:ext>
            </a:extLst>
          </p:cNvPr>
          <p:cNvSpPr txBox="1">
            <a:spLocks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05EC4-E4A5-D53D-930D-172F26DCA031}"/>
              </a:ext>
            </a:extLst>
          </p:cNvPr>
          <p:cNvSpPr>
            <a:spLocks noGrp="1"/>
          </p:cNvSpPr>
          <p:nvPr>
            <p:ph type="ctrTitle"/>
          </p:nvPr>
        </p:nvSpPr>
        <p:spPr>
          <a:xfrm>
            <a:off x="1260475" y="1236663"/>
            <a:ext cx="7559675" cy="2632075"/>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2C91BB71-71C7-A16C-D588-DFA43B5135D4}"/>
              </a:ext>
            </a:extLst>
          </p:cNvPr>
          <p:cNvSpPr>
            <a:spLocks noGrp="1"/>
          </p:cNvSpPr>
          <p:nvPr>
            <p:ph type="subTitle" idx="1"/>
          </p:nvPr>
        </p:nvSpPr>
        <p:spPr>
          <a:xfrm>
            <a:off x="1260475" y="3970338"/>
            <a:ext cx="7559675"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2D3FE134-C00D-6F0D-5924-5C8BC3F6BE55}"/>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0B174668-82BF-88F2-4E80-8F04EF0B68C9}"/>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9C0D1DC-A30E-1916-819D-C1C503A174D6}"/>
              </a:ext>
            </a:extLst>
          </p:cNvPr>
          <p:cNvSpPr>
            <a:spLocks noGrp="1"/>
          </p:cNvSpPr>
          <p:nvPr>
            <p:ph type="sldNum" idx="12"/>
          </p:nvPr>
        </p:nvSpPr>
        <p:spPr/>
        <p:txBody>
          <a:bodyPr/>
          <a:lstStyle>
            <a:lvl1pPr>
              <a:defRPr/>
            </a:lvl1pPr>
          </a:lstStyle>
          <a:p>
            <a:fld id="{760C58E4-457E-49FE-8C22-9A22D7F001F4}" type="slidenum">
              <a:rPr lang="en-US" altLang="en-US"/>
              <a:pPr/>
              <a:t>‹#›</a:t>
            </a:fld>
            <a:endParaRPr lang="en-US" altLang="en-US"/>
          </a:p>
        </p:txBody>
      </p:sp>
    </p:spTree>
    <p:extLst>
      <p:ext uri="{BB962C8B-B14F-4D97-AF65-F5344CB8AC3E}">
        <p14:creationId xmlns:p14="http://schemas.microsoft.com/office/powerpoint/2010/main" val="457068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DFA3A-36D4-C0D6-3C9B-83AC69B7DC43}"/>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D9436CF6-6B15-5AA5-7BD3-CE3D793618A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E9548D3D-05DC-6C4E-20E4-BEADB8B7BC16}"/>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E3105AAF-BAAF-55CF-25B7-5E57EF812EAB}"/>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4EDE0FC5-FA0A-70E2-BD8B-6DA00DB66242}"/>
              </a:ext>
            </a:extLst>
          </p:cNvPr>
          <p:cNvSpPr>
            <a:spLocks noGrp="1"/>
          </p:cNvSpPr>
          <p:nvPr>
            <p:ph type="sldNum" idx="12"/>
          </p:nvPr>
        </p:nvSpPr>
        <p:spPr/>
        <p:txBody>
          <a:bodyPr/>
          <a:lstStyle>
            <a:lvl1pPr>
              <a:defRPr/>
            </a:lvl1pPr>
          </a:lstStyle>
          <a:p>
            <a:fld id="{B999456B-3BB8-46BC-8B81-DBF48B08122A}" type="slidenum">
              <a:rPr lang="en-US" altLang="en-US"/>
              <a:pPr/>
              <a:t>‹#›</a:t>
            </a:fld>
            <a:endParaRPr lang="en-US" altLang="en-US"/>
          </a:p>
        </p:txBody>
      </p:sp>
    </p:spTree>
    <p:extLst>
      <p:ext uri="{BB962C8B-B14F-4D97-AF65-F5344CB8AC3E}">
        <p14:creationId xmlns:p14="http://schemas.microsoft.com/office/powerpoint/2010/main" val="2066153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A749E-7F5A-8236-EFC4-5472DF332F75}"/>
              </a:ext>
            </a:extLst>
          </p:cNvPr>
          <p:cNvSpPr>
            <a:spLocks noGrp="1"/>
          </p:cNvSpPr>
          <p:nvPr>
            <p:ph type="title"/>
          </p:nvPr>
        </p:nvSpPr>
        <p:spPr>
          <a:xfrm>
            <a:off x="687388" y="1884363"/>
            <a:ext cx="8694737" cy="31448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45B851EC-0BA9-FD95-B781-C4894648824D}"/>
              </a:ext>
            </a:extLst>
          </p:cNvPr>
          <p:cNvSpPr>
            <a:spLocks noGrp="1"/>
          </p:cNvSpPr>
          <p:nvPr>
            <p:ph type="body" idx="1"/>
          </p:nvPr>
        </p:nvSpPr>
        <p:spPr>
          <a:xfrm>
            <a:off x="687388" y="5059363"/>
            <a:ext cx="8694737" cy="16525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2720EC6A-FC0E-E9CF-58AF-676DF5464AD3}"/>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B5676C5D-169C-748A-0BA9-580F786A28F6}"/>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B215E643-BB15-3023-62ED-19B0B51881A8}"/>
              </a:ext>
            </a:extLst>
          </p:cNvPr>
          <p:cNvSpPr>
            <a:spLocks noGrp="1"/>
          </p:cNvSpPr>
          <p:nvPr>
            <p:ph type="sldNum" idx="12"/>
          </p:nvPr>
        </p:nvSpPr>
        <p:spPr/>
        <p:txBody>
          <a:bodyPr/>
          <a:lstStyle>
            <a:lvl1pPr>
              <a:defRPr/>
            </a:lvl1pPr>
          </a:lstStyle>
          <a:p>
            <a:fld id="{A8B6F786-0B27-4971-B7EE-ACE981F5C593}" type="slidenum">
              <a:rPr lang="en-US" altLang="en-US"/>
              <a:pPr/>
              <a:t>‹#›</a:t>
            </a:fld>
            <a:endParaRPr lang="en-US" altLang="en-US"/>
          </a:p>
        </p:txBody>
      </p:sp>
    </p:spTree>
    <p:extLst>
      <p:ext uri="{BB962C8B-B14F-4D97-AF65-F5344CB8AC3E}">
        <p14:creationId xmlns:p14="http://schemas.microsoft.com/office/powerpoint/2010/main" val="6843153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45E48-07E3-FBE3-013E-7964B55A63D0}"/>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A8EB4931-67D7-AE51-2300-CBA773A3EF81}"/>
              </a:ext>
            </a:extLst>
          </p:cNvPr>
          <p:cNvSpPr>
            <a:spLocks noGrp="1"/>
          </p:cNvSpPr>
          <p:nvPr>
            <p:ph sz="half" idx="1"/>
          </p:nvPr>
        </p:nvSpPr>
        <p:spPr>
          <a:xfrm>
            <a:off x="503238" y="1768475"/>
            <a:ext cx="4457700" cy="4383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C9108507-456F-C0E5-E43F-0335A493EF17}"/>
              </a:ext>
            </a:extLst>
          </p:cNvPr>
          <p:cNvSpPr>
            <a:spLocks noGrp="1"/>
          </p:cNvSpPr>
          <p:nvPr>
            <p:ph sz="half" idx="2"/>
          </p:nvPr>
        </p:nvSpPr>
        <p:spPr>
          <a:xfrm>
            <a:off x="5113338" y="1768475"/>
            <a:ext cx="4459287" cy="4383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16A6BCFF-8349-B1B3-7543-6F883A9199BE}"/>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312AC4B0-834A-9C95-33DC-B6A1666BA15A}"/>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E99A485E-11E0-03F2-88C0-AD3FE4092CFF}"/>
              </a:ext>
            </a:extLst>
          </p:cNvPr>
          <p:cNvSpPr>
            <a:spLocks noGrp="1"/>
          </p:cNvSpPr>
          <p:nvPr>
            <p:ph type="sldNum" idx="12"/>
          </p:nvPr>
        </p:nvSpPr>
        <p:spPr/>
        <p:txBody>
          <a:bodyPr/>
          <a:lstStyle>
            <a:lvl1pPr>
              <a:defRPr/>
            </a:lvl1pPr>
          </a:lstStyle>
          <a:p>
            <a:fld id="{B756B65B-4A2E-42A0-987A-1CCCE55A8D60}" type="slidenum">
              <a:rPr lang="en-US" altLang="en-US"/>
              <a:pPr/>
              <a:t>‹#›</a:t>
            </a:fld>
            <a:endParaRPr lang="en-US" altLang="en-US"/>
          </a:p>
        </p:txBody>
      </p:sp>
    </p:spTree>
    <p:extLst>
      <p:ext uri="{BB962C8B-B14F-4D97-AF65-F5344CB8AC3E}">
        <p14:creationId xmlns:p14="http://schemas.microsoft.com/office/powerpoint/2010/main" val="3364755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A59AC-0CA8-E7C6-5BA6-37FF226472C5}"/>
              </a:ext>
            </a:extLst>
          </p:cNvPr>
          <p:cNvSpPr>
            <a:spLocks noGrp="1"/>
          </p:cNvSpPr>
          <p:nvPr>
            <p:ph type="title"/>
          </p:nvPr>
        </p:nvSpPr>
        <p:spPr>
          <a:xfrm>
            <a:off x="693738" y="403225"/>
            <a:ext cx="8694737" cy="1460500"/>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5306A254-0DBA-4C5F-8B6F-211737D78838}"/>
              </a:ext>
            </a:extLst>
          </p:cNvPr>
          <p:cNvSpPr>
            <a:spLocks noGrp="1"/>
          </p:cNvSpPr>
          <p:nvPr>
            <p:ph type="body" idx="1"/>
          </p:nvPr>
        </p:nvSpPr>
        <p:spPr>
          <a:xfrm>
            <a:off x="693738" y="1852613"/>
            <a:ext cx="426561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4A3FEFA-A625-5674-EDBB-AEB8EF768611}"/>
              </a:ext>
            </a:extLst>
          </p:cNvPr>
          <p:cNvSpPr>
            <a:spLocks noGrp="1"/>
          </p:cNvSpPr>
          <p:nvPr>
            <p:ph sz="half" idx="2"/>
          </p:nvPr>
        </p:nvSpPr>
        <p:spPr>
          <a:xfrm>
            <a:off x="693738" y="2760663"/>
            <a:ext cx="426561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CFB156EF-B3D7-3646-11AC-D4B8C420C233}"/>
              </a:ext>
            </a:extLst>
          </p:cNvPr>
          <p:cNvSpPr>
            <a:spLocks noGrp="1"/>
          </p:cNvSpPr>
          <p:nvPr>
            <p:ph type="body" sz="quarter" idx="3"/>
          </p:nvPr>
        </p:nvSpPr>
        <p:spPr>
          <a:xfrm>
            <a:off x="5103813" y="1852613"/>
            <a:ext cx="428466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F44239-6F7E-1903-4618-23F42FA9464F}"/>
              </a:ext>
            </a:extLst>
          </p:cNvPr>
          <p:cNvSpPr>
            <a:spLocks noGrp="1"/>
          </p:cNvSpPr>
          <p:nvPr>
            <p:ph sz="quarter" idx="4"/>
          </p:nvPr>
        </p:nvSpPr>
        <p:spPr>
          <a:xfrm>
            <a:off x="5103813" y="2760663"/>
            <a:ext cx="428466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7E04180D-2914-3DA1-98DD-A4017551C178}"/>
              </a:ext>
            </a:extLst>
          </p:cNvPr>
          <p:cNvSpPr>
            <a:spLocks noGrp="1"/>
          </p:cNvSpPr>
          <p:nvPr>
            <p:ph type="dt"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6C140D19-B19D-5B2B-2487-E45FEB205EFF}"/>
              </a:ext>
            </a:extLst>
          </p:cNvPr>
          <p:cNvSpPr>
            <a:spLocks noGrp="1"/>
          </p:cNvSpPr>
          <p:nvPr>
            <p:ph type="ft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505FE694-AED9-0856-F216-197472CF9828}"/>
              </a:ext>
            </a:extLst>
          </p:cNvPr>
          <p:cNvSpPr>
            <a:spLocks noGrp="1"/>
          </p:cNvSpPr>
          <p:nvPr>
            <p:ph type="sldNum" idx="12"/>
          </p:nvPr>
        </p:nvSpPr>
        <p:spPr/>
        <p:txBody>
          <a:bodyPr/>
          <a:lstStyle>
            <a:lvl1pPr>
              <a:defRPr/>
            </a:lvl1pPr>
          </a:lstStyle>
          <a:p>
            <a:fld id="{A998E65C-7C0F-440F-8F46-BB121C7319B2}" type="slidenum">
              <a:rPr lang="en-US" altLang="en-US"/>
              <a:pPr/>
              <a:t>‹#›</a:t>
            </a:fld>
            <a:endParaRPr lang="en-US" altLang="en-US"/>
          </a:p>
        </p:txBody>
      </p:sp>
    </p:spTree>
    <p:extLst>
      <p:ext uri="{BB962C8B-B14F-4D97-AF65-F5344CB8AC3E}">
        <p14:creationId xmlns:p14="http://schemas.microsoft.com/office/powerpoint/2010/main" val="3343774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E4EEE-22CD-5264-6D74-8A6B685E241E}"/>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15749D3B-1C9D-DE6E-1D65-9228910EA428}"/>
              </a:ext>
            </a:extLst>
          </p:cNvPr>
          <p:cNvSpPr>
            <a:spLocks noGrp="1"/>
          </p:cNvSpPr>
          <p:nvPr>
            <p:ph type="dt"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058D60D9-F272-F232-590B-2F7920C3E11E}"/>
              </a:ext>
            </a:extLst>
          </p:cNvPr>
          <p:cNvSpPr>
            <a:spLocks noGrp="1"/>
          </p:cNvSpPr>
          <p:nvPr>
            <p:ph type="ft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62ABD2B6-E134-D0DF-306D-23F04C49F6AB}"/>
              </a:ext>
            </a:extLst>
          </p:cNvPr>
          <p:cNvSpPr>
            <a:spLocks noGrp="1"/>
          </p:cNvSpPr>
          <p:nvPr>
            <p:ph type="sldNum" idx="12"/>
          </p:nvPr>
        </p:nvSpPr>
        <p:spPr/>
        <p:txBody>
          <a:bodyPr/>
          <a:lstStyle>
            <a:lvl1pPr>
              <a:defRPr/>
            </a:lvl1pPr>
          </a:lstStyle>
          <a:p>
            <a:fld id="{407EAB45-85A0-4DEC-89C4-AF5197CA2C22}" type="slidenum">
              <a:rPr lang="en-US" altLang="en-US"/>
              <a:pPr/>
              <a:t>‹#›</a:t>
            </a:fld>
            <a:endParaRPr lang="en-US" altLang="en-US"/>
          </a:p>
        </p:txBody>
      </p:sp>
    </p:spTree>
    <p:extLst>
      <p:ext uri="{BB962C8B-B14F-4D97-AF65-F5344CB8AC3E}">
        <p14:creationId xmlns:p14="http://schemas.microsoft.com/office/powerpoint/2010/main" val="1893360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2774E8-3675-EC57-3EBD-934AA5420A19}"/>
              </a:ext>
            </a:extLst>
          </p:cNvPr>
          <p:cNvSpPr>
            <a:spLocks noGrp="1"/>
          </p:cNvSpPr>
          <p:nvPr>
            <p:ph type="dt"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5A48B8BD-3539-8BA6-3B1D-69DF48787EA2}"/>
              </a:ext>
            </a:extLst>
          </p:cNvPr>
          <p:cNvSpPr>
            <a:spLocks noGrp="1"/>
          </p:cNvSpPr>
          <p:nvPr>
            <p:ph type="ft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B10A35E5-B441-29A7-0104-8F66AA13F620}"/>
              </a:ext>
            </a:extLst>
          </p:cNvPr>
          <p:cNvSpPr>
            <a:spLocks noGrp="1"/>
          </p:cNvSpPr>
          <p:nvPr>
            <p:ph type="sldNum" idx="12"/>
          </p:nvPr>
        </p:nvSpPr>
        <p:spPr/>
        <p:txBody>
          <a:bodyPr/>
          <a:lstStyle>
            <a:lvl1pPr>
              <a:defRPr/>
            </a:lvl1pPr>
          </a:lstStyle>
          <a:p>
            <a:fld id="{01857142-8273-41DD-B2EE-5417E03EBE42}" type="slidenum">
              <a:rPr lang="en-US" altLang="en-US"/>
              <a:pPr/>
              <a:t>‹#›</a:t>
            </a:fld>
            <a:endParaRPr lang="en-US" altLang="en-US"/>
          </a:p>
        </p:txBody>
      </p:sp>
    </p:spTree>
    <p:extLst>
      <p:ext uri="{BB962C8B-B14F-4D97-AF65-F5344CB8AC3E}">
        <p14:creationId xmlns:p14="http://schemas.microsoft.com/office/powerpoint/2010/main" val="2698235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643A5-6C3D-2C11-9228-FC5ED5E64784}"/>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00EAD01F-0755-2377-067B-E54485733361}"/>
              </a:ext>
            </a:extLst>
          </p:cNvPr>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FB020FBC-4F2D-57B1-CCF1-777D9BECB66E}"/>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FC09A0-28AB-7EA4-1854-7EAC2498A134}"/>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41388011-DDC4-9C17-D1AE-FD19726BE81C}"/>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542EE69C-2149-E61A-236F-CD1B0485B41E}"/>
              </a:ext>
            </a:extLst>
          </p:cNvPr>
          <p:cNvSpPr>
            <a:spLocks noGrp="1"/>
          </p:cNvSpPr>
          <p:nvPr>
            <p:ph type="sldNum" idx="12"/>
          </p:nvPr>
        </p:nvSpPr>
        <p:spPr/>
        <p:txBody>
          <a:bodyPr/>
          <a:lstStyle>
            <a:lvl1pPr>
              <a:defRPr/>
            </a:lvl1pPr>
          </a:lstStyle>
          <a:p>
            <a:fld id="{9E0A5447-DC54-4EC6-8DFB-B0D9B859DAC0}" type="slidenum">
              <a:rPr lang="en-US" altLang="en-US"/>
              <a:pPr/>
              <a:t>‹#›</a:t>
            </a:fld>
            <a:endParaRPr lang="en-US" altLang="en-US"/>
          </a:p>
        </p:txBody>
      </p:sp>
    </p:spTree>
    <p:extLst>
      <p:ext uri="{BB962C8B-B14F-4D97-AF65-F5344CB8AC3E}">
        <p14:creationId xmlns:p14="http://schemas.microsoft.com/office/powerpoint/2010/main" val="908817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EC8BF-8445-A4C4-0A19-1C59DF1724D7}"/>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021F051A-71E5-0072-EA7C-9AE3E0C65FA6}"/>
              </a:ext>
            </a:extLst>
          </p:cNvPr>
          <p:cNvSpPr>
            <a:spLocks noGrp="1"/>
          </p:cNvSpPr>
          <p:nvPr>
            <p:ph type="pic" idx="1"/>
          </p:nvPr>
        </p:nvSpPr>
        <p:spPr>
          <a:xfrm>
            <a:off x="4286250" y="1089025"/>
            <a:ext cx="5102225" cy="5372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9FEE10C2-2B8C-7D7C-54DD-A6675523A743}"/>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4891EE-788E-7B6A-7FF0-F4E9E02AD9BA}"/>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0E99691D-4506-B456-73CA-81363150468B}"/>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D0E5703C-9762-F669-3B57-6152D2614E8D}"/>
              </a:ext>
            </a:extLst>
          </p:cNvPr>
          <p:cNvSpPr>
            <a:spLocks noGrp="1"/>
          </p:cNvSpPr>
          <p:nvPr>
            <p:ph type="sldNum" idx="12"/>
          </p:nvPr>
        </p:nvSpPr>
        <p:spPr/>
        <p:txBody>
          <a:bodyPr/>
          <a:lstStyle>
            <a:lvl1pPr>
              <a:defRPr/>
            </a:lvl1pPr>
          </a:lstStyle>
          <a:p>
            <a:fld id="{C251BB55-6B92-495B-9D00-FC4881298254}" type="slidenum">
              <a:rPr lang="en-US" altLang="en-US"/>
              <a:pPr/>
              <a:t>‹#›</a:t>
            </a:fld>
            <a:endParaRPr lang="en-US" altLang="en-US"/>
          </a:p>
        </p:txBody>
      </p:sp>
    </p:spTree>
    <p:extLst>
      <p:ext uri="{BB962C8B-B14F-4D97-AF65-F5344CB8AC3E}">
        <p14:creationId xmlns:p14="http://schemas.microsoft.com/office/powerpoint/2010/main" val="42317457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EED7E-8EEA-A61D-2AC6-5C19F731D8BC}"/>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DA6C6298-61AB-A244-DC16-922EA39091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6A91049B-7831-184F-FAC8-A1BDB2BC8590}"/>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95C935F5-B1B0-BA0F-B059-4C3AD6FDA81B}"/>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3BE6C814-DA58-9A2B-CA50-F2B09131D9F0}"/>
              </a:ext>
            </a:extLst>
          </p:cNvPr>
          <p:cNvSpPr>
            <a:spLocks noGrp="1"/>
          </p:cNvSpPr>
          <p:nvPr>
            <p:ph type="sldNum" idx="12"/>
          </p:nvPr>
        </p:nvSpPr>
        <p:spPr/>
        <p:txBody>
          <a:bodyPr/>
          <a:lstStyle>
            <a:lvl1pPr>
              <a:defRPr/>
            </a:lvl1pPr>
          </a:lstStyle>
          <a:p>
            <a:fld id="{2F91BC53-816C-4FA5-9A41-AF76F7176D28}" type="slidenum">
              <a:rPr lang="en-US" altLang="en-US"/>
              <a:pPr/>
              <a:t>‹#›</a:t>
            </a:fld>
            <a:endParaRPr lang="en-US" altLang="en-US"/>
          </a:p>
        </p:txBody>
      </p:sp>
    </p:spTree>
    <p:extLst>
      <p:ext uri="{BB962C8B-B14F-4D97-AF65-F5344CB8AC3E}">
        <p14:creationId xmlns:p14="http://schemas.microsoft.com/office/powerpoint/2010/main" val="2522645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643AEA-DF53-030B-1DCA-550435F591FF}"/>
              </a:ext>
            </a:extLst>
          </p:cNvPr>
          <p:cNvSpPr>
            <a:spLocks noGrp="1"/>
          </p:cNvSpPr>
          <p:nvPr>
            <p:ph type="title" orient="vert"/>
          </p:nvPr>
        </p:nvSpPr>
        <p:spPr>
          <a:xfrm>
            <a:off x="7305675" y="301625"/>
            <a:ext cx="2266950" cy="58499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C0B4E994-AF9B-BB88-1F98-D23FD8ED8833}"/>
              </a:ext>
            </a:extLst>
          </p:cNvPr>
          <p:cNvSpPr>
            <a:spLocks noGrp="1"/>
          </p:cNvSpPr>
          <p:nvPr>
            <p:ph type="body" orient="vert" idx="1"/>
          </p:nvPr>
        </p:nvSpPr>
        <p:spPr>
          <a:xfrm>
            <a:off x="503238" y="301625"/>
            <a:ext cx="6650037" cy="58499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4337F1C4-DDCE-3F2D-A7F0-439DB1BEEEE0}"/>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7AC84D58-2D9B-995D-AD9C-DFBF1A0FA621}"/>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362650FE-9739-2468-2F57-637589BCF628}"/>
              </a:ext>
            </a:extLst>
          </p:cNvPr>
          <p:cNvSpPr>
            <a:spLocks noGrp="1"/>
          </p:cNvSpPr>
          <p:nvPr>
            <p:ph type="sldNum" idx="12"/>
          </p:nvPr>
        </p:nvSpPr>
        <p:spPr/>
        <p:txBody>
          <a:bodyPr/>
          <a:lstStyle>
            <a:lvl1pPr>
              <a:defRPr/>
            </a:lvl1pPr>
          </a:lstStyle>
          <a:p>
            <a:fld id="{58A27153-A836-4E7D-9390-8E6DC50A4188}" type="slidenum">
              <a:rPr lang="en-US" altLang="en-US"/>
              <a:pPr/>
              <a:t>‹#›</a:t>
            </a:fld>
            <a:endParaRPr lang="en-US" altLang="en-US"/>
          </a:p>
        </p:txBody>
      </p:sp>
    </p:spTree>
    <p:extLst>
      <p:ext uri="{BB962C8B-B14F-4D97-AF65-F5344CB8AC3E}">
        <p14:creationId xmlns:p14="http://schemas.microsoft.com/office/powerpoint/2010/main" val="4466111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E3638-9EAC-AEB1-A3DB-1FFBB4FDE2B2}"/>
              </a:ext>
            </a:extLst>
          </p:cNvPr>
          <p:cNvSpPr>
            <a:spLocks noGrp="1"/>
          </p:cNvSpPr>
          <p:nvPr>
            <p:ph type="ctrTitle"/>
          </p:nvPr>
        </p:nvSpPr>
        <p:spPr>
          <a:xfrm>
            <a:off x="1260475" y="1236663"/>
            <a:ext cx="7559675" cy="2632075"/>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3AB611E7-03B9-B1BE-1419-02960EA6196F}"/>
              </a:ext>
            </a:extLst>
          </p:cNvPr>
          <p:cNvSpPr>
            <a:spLocks noGrp="1"/>
          </p:cNvSpPr>
          <p:nvPr>
            <p:ph type="subTitle" idx="1"/>
          </p:nvPr>
        </p:nvSpPr>
        <p:spPr>
          <a:xfrm>
            <a:off x="1260475" y="3970338"/>
            <a:ext cx="7559675"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863CFED2-DD9D-02AB-D5A7-2D4A012A904B}"/>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F8F694CF-3A66-2E5A-D87A-ACF1DBFB33B3}"/>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AC4B7701-509C-D1D6-9C27-12E5A62CAA6D}"/>
              </a:ext>
            </a:extLst>
          </p:cNvPr>
          <p:cNvSpPr>
            <a:spLocks noGrp="1"/>
          </p:cNvSpPr>
          <p:nvPr>
            <p:ph type="sldNum" idx="12"/>
          </p:nvPr>
        </p:nvSpPr>
        <p:spPr/>
        <p:txBody>
          <a:bodyPr/>
          <a:lstStyle>
            <a:lvl1pPr>
              <a:defRPr/>
            </a:lvl1pPr>
          </a:lstStyle>
          <a:p>
            <a:fld id="{EEC7ADA7-3487-4D66-990A-0B9D9D0F66F3}" type="slidenum">
              <a:rPr lang="en-US" altLang="en-US"/>
              <a:pPr/>
              <a:t>‹#›</a:t>
            </a:fld>
            <a:endParaRPr lang="en-US" altLang="en-US"/>
          </a:p>
        </p:txBody>
      </p:sp>
    </p:spTree>
    <p:extLst>
      <p:ext uri="{BB962C8B-B14F-4D97-AF65-F5344CB8AC3E}">
        <p14:creationId xmlns:p14="http://schemas.microsoft.com/office/powerpoint/2010/main" val="812240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8DA25-D613-6BD7-76E9-C9982F4569A5}"/>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A061313A-12A8-6F52-9DF4-714D66AB09F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4FA06999-DD0B-DA6E-6FCD-C0B06C583942}"/>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AF4529BA-DCE4-239A-321A-F414A81CE812}"/>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317AE607-D1EE-CCC5-A3E8-E9C46CC1D568}"/>
              </a:ext>
            </a:extLst>
          </p:cNvPr>
          <p:cNvSpPr>
            <a:spLocks noGrp="1"/>
          </p:cNvSpPr>
          <p:nvPr>
            <p:ph type="sldNum" idx="12"/>
          </p:nvPr>
        </p:nvSpPr>
        <p:spPr/>
        <p:txBody>
          <a:bodyPr/>
          <a:lstStyle>
            <a:lvl1pPr>
              <a:defRPr/>
            </a:lvl1pPr>
          </a:lstStyle>
          <a:p>
            <a:fld id="{F10FECD2-0A57-4CEE-8E08-CDB9912B4C2A}" type="slidenum">
              <a:rPr lang="en-US" altLang="en-US"/>
              <a:pPr/>
              <a:t>‹#›</a:t>
            </a:fld>
            <a:endParaRPr lang="en-US" altLang="en-US"/>
          </a:p>
        </p:txBody>
      </p:sp>
    </p:spTree>
    <p:extLst>
      <p:ext uri="{BB962C8B-B14F-4D97-AF65-F5344CB8AC3E}">
        <p14:creationId xmlns:p14="http://schemas.microsoft.com/office/powerpoint/2010/main" val="39375176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C2729-52DD-796F-E0D6-40C6D339767D}"/>
              </a:ext>
            </a:extLst>
          </p:cNvPr>
          <p:cNvSpPr>
            <a:spLocks noGrp="1"/>
          </p:cNvSpPr>
          <p:nvPr>
            <p:ph type="title"/>
          </p:nvPr>
        </p:nvSpPr>
        <p:spPr>
          <a:xfrm>
            <a:off x="687388" y="1884363"/>
            <a:ext cx="8694737" cy="31448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2FD89973-26CB-51B1-4225-B9D8FE0D50FC}"/>
              </a:ext>
            </a:extLst>
          </p:cNvPr>
          <p:cNvSpPr>
            <a:spLocks noGrp="1"/>
          </p:cNvSpPr>
          <p:nvPr>
            <p:ph type="body" idx="1"/>
          </p:nvPr>
        </p:nvSpPr>
        <p:spPr>
          <a:xfrm>
            <a:off x="687388" y="5059363"/>
            <a:ext cx="8694737" cy="16525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A838D2D5-DAA7-67CA-7FBE-5E6C476E1827}"/>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7E02EB5B-0E66-C537-860A-0CADBF214445}"/>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297E4FB3-C71D-9685-4A25-28641E161303}"/>
              </a:ext>
            </a:extLst>
          </p:cNvPr>
          <p:cNvSpPr>
            <a:spLocks noGrp="1"/>
          </p:cNvSpPr>
          <p:nvPr>
            <p:ph type="sldNum" idx="12"/>
          </p:nvPr>
        </p:nvSpPr>
        <p:spPr/>
        <p:txBody>
          <a:bodyPr/>
          <a:lstStyle>
            <a:lvl1pPr>
              <a:defRPr/>
            </a:lvl1pPr>
          </a:lstStyle>
          <a:p>
            <a:fld id="{5D4D285A-F250-4003-8CDF-86FD49405E3E}" type="slidenum">
              <a:rPr lang="en-US" altLang="en-US"/>
              <a:pPr/>
              <a:t>‹#›</a:t>
            </a:fld>
            <a:endParaRPr lang="en-US" altLang="en-US"/>
          </a:p>
        </p:txBody>
      </p:sp>
    </p:spTree>
    <p:extLst>
      <p:ext uri="{BB962C8B-B14F-4D97-AF65-F5344CB8AC3E}">
        <p14:creationId xmlns:p14="http://schemas.microsoft.com/office/powerpoint/2010/main" val="42917363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36061-777B-343F-DFEB-52821E45EE75}"/>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E0033677-FFC1-6348-5F4D-0DAA1C920A96}"/>
              </a:ext>
            </a:extLst>
          </p:cNvPr>
          <p:cNvSpPr>
            <a:spLocks noGrp="1"/>
          </p:cNvSpPr>
          <p:nvPr>
            <p:ph sz="half" idx="1"/>
          </p:nvPr>
        </p:nvSpPr>
        <p:spPr>
          <a:xfrm>
            <a:off x="503238" y="1800225"/>
            <a:ext cx="4459287" cy="4383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BF983E78-C5C5-CB7B-8D5B-1F47B073FF65}"/>
              </a:ext>
            </a:extLst>
          </p:cNvPr>
          <p:cNvSpPr>
            <a:spLocks noGrp="1"/>
          </p:cNvSpPr>
          <p:nvPr>
            <p:ph sz="half" idx="2"/>
          </p:nvPr>
        </p:nvSpPr>
        <p:spPr>
          <a:xfrm>
            <a:off x="5114925" y="1800225"/>
            <a:ext cx="4459288" cy="4383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937CE171-1BBB-7794-A7B3-516C5653489F}"/>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44282B1E-11FF-AC63-2F7E-3D2750920C65}"/>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9E84A68A-74C5-B99C-AF61-988F7EE0C2B1}"/>
              </a:ext>
            </a:extLst>
          </p:cNvPr>
          <p:cNvSpPr>
            <a:spLocks noGrp="1"/>
          </p:cNvSpPr>
          <p:nvPr>
            <p:ph type="sldNum" idx="12"/>
          </p:nvPr>
        </p:nvSpPr>
        <p:spPr/>
        <p:txBody>
          <a:bodyPr/>
          <a:lstStyle>
            <a:lvl1pPr>
              <a:defRPr/>
            </a:lvl1pPr>
          </a:lstStyle>
          <a:p>
            <a:fld id="{F5AB42C2-F55C-4E3C-A663-9621DF80496D}" type="slidenum">
              <a:rPr lang="en-US" altLang="en-US"/>
              <a:pPr/>
              <a:t>‹#›</a:t>
            </a:fld>
            <a:endParaRPr lang="en-US" altLang="en-US"/>
          </a:p>
        </p:txBody>
      </p:sp>
    </p:spTree>
    <p:extLst>
      <p:ext uri="{BB962C8B-B14F-4D97-AF65-F5344CB8AC3E}">
        <p14:creationId xmlns:p14="http://schemas.microsoft.com/office/powerpoint/2010/main" val="31667964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91A38-D16D-96AF-00AB-EB6949942F0C}"/>
              </a:ext>
            </a:extLst>
          </p:cNvPr>
          <p:cNvSpPr>
            <a:spLocks noGrp="1"/>
          </p:cNvSpPr>
          <p:nvPr>
            <p:ph type="title"/>
          </p:nvPr>
        </p:nvSpPr>
        <p:spPr>
          <a:xfrm>
            <a:off x="693738" y="403225"/>
            <a:ext cx="8694737" cy="1460500"/>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AABE59BC-404E-FD7F-DEEB-02D4140F3C93}"/>
              </a:ext>
            </a:extLst>
          </p:cNvPr>
          <p:cNvSpPr>
            <a:spLocks noGrp="1"/>
          </p:cNvSpPr>
          <p:nvPr>
            <p:ph type="body" idx="1"/>
          </p:nvPr>
        </p:nvSpPr>
        <p:spPr>
          <a:xfrm>
            <a:off x="693738" y="1852613"/>
            <a:ext cx="426561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3E60C0-027E-B90F-B2FD-B07227739BB7}"/>
              </a:ext>
            </a:extLst>
          </p:cNvPr>
          <p:cNvSpPr>
            <a:spLocks noGrp="1"/>
          </p:cNvSpPr>
          <p:nvPr>
            <p:ph sz="half" idx="2"/>
          </p:nvPr>
        </p:nvSpPr>
        <p:spPr>
          <a:xfrm>
            <a:off x="693738" y="2760663"/>
            <a:ext cx="426561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051DEDC3-831F-6411-7FF3-0B9106EEA4BA}"/>
              </a:ext>
            </a:extLst>
          </p:cNvPr>
          <p:cNvSpPr>
            <a:spLocks noGrp="1"/>
          </p:cNvSpPr>
          <p:nvPr>
            <p:ph type="body" sz="quarter" idx="3"/>
          </p:nvPr>
        </p:nvSpPr>
        <p:spPr>
          <a:xfrm>
            <a:off x="5103813" y="1852613"/>
            <a:ext cx="428466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AE779F-FA43-DFCF-8183-AB61A9F1B545}"/>
              </a:ext>
            </a:extLst>
          </p:cNvPr>
          <p:cNvSpPr>
            <a:spLocks noGrp="1"/>
          </p:cNvSpPr>
          <p:nvPr>
            <p:ph sz="quarter" idx="4"/>
          </p:nvPr>
        </p:nvSpPr>
        <p:spPr>
          <a:xfrm>
            <a:off x="5103813" y="2760663"/>
            <a:ext cx="428466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D13BAEA4-0CD1-4E80-8B00-FE5C04A48DCB}"/>
              </a:ext>
            </a:extLst>
          </p:cNvPr>
          <p:cNvSpPr>
            <a:spLocks noGrp="1"/>
          </p:cNvSpPr>
          <p:nvPr>
            <p:ph type="dt"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AE190231-D712-25E1-EB3A-4950D8618ABA}"/>
              </a:ext>
            </a:extLst>
          </p:cNvPr>
          <p:cNvSpPr>
            <a:spLocks noGrp="1"/>
          </p:cNvSpPr>
          <p:nvPr>
            <p:ph type="ft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4B532D0B-7471-74DC-7CE1-73EEE5C920C0}"/>
              </a:ext>
            </a:extLst>
          </p:cNvPr>
          <p:cNvSpPr>
            <a:spLocks noGrp="1"/>
          </p:cNvSpPr>
          <p:nvPr>
            <p:ph type="sldNum" idx="12"/>
          </p:nvPr>
        </p:nvSpPr>
        <p:spPr/>
        <p:txBody>
          <a:bodyPr/>
          <a:lstStyle>
            <a:lvl1pPr>
              <a:defRPr/>
            </a:lvl1pPr>
          </a:lstStyle>
          <a:p>
            <a:fld id="{01E0AC11-B1E3-4741-9FBA-945EA1F37A77}" type="slidenum">
              <a:rPr lang="en-US" altLang="en-US"/>
              <a:pPr/>
              <a:t>‹#›</a:t>
            </a:fld>
            <a:endParaRPr lang="en-US" altLang="en-US"/>
          </a:p>
        </p:txBody>
      </p:sp>
    </p:spTree>
    <p:extLst>
      <p:ext uri="{BB962C8B-B14F-4D97-AF65-F5344CB8AC3E}">
        <p14:creationId xmlns:p14="http://schemas.microsoft.com/office/powerpoint/2010/main" val="6413496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A8DB9-2FB4-1378-F51A-8175F0D987CF}"/>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7DDE29B4-82D7-E7A1-31D7-7476E9136813}"/>
              </a:ext>
            </a:extLst>
          </p:cNvPr>
          <p:cNvSpPr>
            <a:spLocks noGrp="1"/>
          </p:cNvSpPr>
          <p:nvPr>
            <p:ph type="dt"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FCE2D11C-9272-98C1-4AC4-0BB011CE075D}"/>
              </a:ext>
            </a:extLst>
          </p:cNvPr>
          <p:cNvSpPr>
            <a:spLocks noGrp="1"/>
          </p:cNvSpPr>
          <p:nvPr>
            <p:ph type="ft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5F42594F-BE89-8B4B-DEB3-9443B19272C2}"/>
              </a:ext>
            </a:extLst>
          </p:cNvPr>
          <p:cNvSpPr>
            <a:spLocks noGrp="1"/>
          </p:cNvSpPr>
          <p:nvPr>
            <p:ph type="sldNum" idx="12"/>
          </p:nvPr>
        </p:nvSpPr>
        <p:spPr/>
        <p:txBody>
          <a:bodyPr/>
          <a:lstStyle>
            <a:lvl1pPr>
              <a:defRPr/>
            </a:lvl1pPr>
          </a:lstStyle>
          <a:p>
            <a:fld id="{93DC1700-4910-45FB-A0D8-64E0D71A40C6}" type="slidenum">
              <a:rPr lang="en-US" altLang="en-US"/>
              <a:pPr/>
              <a:t>‹#›</a:t>
            </a:fld>
            <a:endParaRPr lang="en-US" altLang="en-US"/>
          </a:p>
        </p:txBody>
      </p:sp>
    </p:spTree>
    <p:extLst>
      <p:ext uri="{BB962C8B-B14F-4D97-AF65-F5344CB8AC3E}">
        <p14:creationId xmlns:p14="http://schemas.microsoft.com/office/powerpoint/2010/main" val="35004045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2E7D8E-9AC4-38AF-7625-8AEAEAF4395A}"/>
              </a:ext>
            </a:extLst>
          </p:cNvPr>
          <p:cNvSpPr>
            <a:spLocks noGrp="1"/>
          </p:cNvSpPr>
          <p:nvPr>
            <p:ph type="dt"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355FA29D-C652-64F5-CAA3-C15BA98AA84E}"/>
              </a:ext>
            </a:extLst>
          </p:cNvPr>
          <p:cNvSpPr>
            <a:spLocks noGrp="1"/>
          </p:cNvSpPr>
          <p:nvPr>
            <p:ph type="ft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7500CC0D-2C53-71F1-E011-1D96EF8F5CB6}"/>
              </a:ext>
            </a:extLst>
          </p:cNvPr>
          <p:cNvSpPr>
            <a:spLocks noGrp="1"/>
          </p:cNvSpPr>
          <p:nvPr>
            <p:ph type="sldNum" idx="12"/>
          </p:nvPr>
        </p:nvSpPr>
        <p:spPr/>
        <p:txBody>
          <a:bodyPr/>
          <a:lstStyle>
            <a:lvl1pPr>
              <a:defRPr/>
            </a:lvl1pPr>
          </a:lstStyle>
          <a:p>
            <a:fld id="{95B1547D-1532-416B-A306-071666701805}" type="slidenum">
              <a:rPr lang="en-US" altLang="en-US"/>
              <a:pPr/>
              <a:t>‹#›</a:t>
            </a:fld>
            <a:endParaRPr lang="en-US" altLang="en-US"/>
          </a:p>
        </p:txBody>
      </p:sp>
    </p:spTree>
    <p:extLst>
      <p:ext uri="{BB962C8B-B14F-4D97-AF65-F5344CB8AC3E}">
        <p14:creationId xmlns:p14="http://schemas.microsoft.com/office/powerpoint/2010/main" val="24463683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ACA5F-D98D-5250-0037-8AC51A5B7B7E}"/>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A2B9EDCF-9399-1964-7A0D-2402F4816876}"/>
              </a:ext>
            </a:extLst>
          </p:cNvPr>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83FE4A1D-4F7C-F49B-2D2E-E238D6A3231E}"/>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1BA301-A9D6-C71D-D5E2-67B14EB80D08}"/>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7CE7A9EB-F44F-988A-4302-737BBEA76A8D}"/>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79F6800F-E016-60F9-9E90-95D429E24B6D}"/>
              </a:ext>
            </a:extLst>
          </p:cNvPr>
          <p:cNvSpPr>
            <a:spLocks noGrp="1"/>
          </p:cNvSpPr>
          <p:nvPr>
            <p:ph type="sldNum" idx="12"/>
          </p:nvPr>
        </p:nvSpPr>
        <p:spPr/>
        <p:txBody>
          <a:bodyPr/>
          <a:lstStyle>
            <a:lvl1pPr>
              <a:defRPr/>
            </a:lvl1pPr>
          </a:lstStyle>
          <a:p>
            <a:fld id="{7DFAF8EC-06BC-4AD9-95C5-325CCC5F5E20}" type="slidenum">
              <a:rPr lang="en-US" altLang="en-US"/>
              <a:pPr/>
              <a:t>‹#›</a:t>
            </a:fld>
            <a:endParaRPr lang="en-US" altLang="en-US"/>
          </a:p>
        </p:txBody>
      </p:sp>
    </p:spTree>
    <p:extLst>
      <p:ext uri="{BB962C8B-B14F-4D97-AF65-F5344CB8AC3E}">
        <p14:creationId xmlns:p14="http://schemas.microsoft.com/office/powerpoint/2010/main" val="33106330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F8668-2EAF-7B4B-EFA6-02F66F84F0FB}"/>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CC034761-AF21-331D-06E5-DCD1FD1F28BC}"/>
              </a:ext>
            </a:extLst>
          </p:cNvPr>
          <p:cNvSpPr>
            <a:spLocks noGrp="1"/>
          </p:cNvSpPr>
          <p:nvPr>
            <p:ph type="pic" idx="1"/>
          </p:nvPr>
        </p:nvSpPr>
        <p:spPr>
          <a:xfrm>
            <a:off x="4286250" y="1089025"/>
            <a:ext cx="5102225" cy="5372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3D038748-D56E-0A01-82C6-222264F30812}"/>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C9B82-B8B9-528A-766C-2FD53BEB275E}"/>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8D2B2179-0655-444B-F5D9-6D79E35239C5}"/>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E1E2E5F7-8AD0-0BF1-1775-726F23A89114}"/>
              </a:ext>
            </a:extLst>
          </p:cNvPr>
          <p:cNvSpPr>
            <a:spLocks noGrp="1"/>
          </p:cNvSpPr>
          <p:nvPr>
            <p:ph type="sldNum" idx="12"/>
          </p:nvPr>
        </p:nvSpPr>
        <p:spPr/>
        <p:txBody>
          <a:bodyPr/>
          <a:lstStyle>
            <a:lvl1pPr>
              <a:defRPr/>
            </a:lvl1pPr>
          </a:lstStyle>
          <a:p>
            <a:fld id="{77281B58-B6FA-4CD2-8BAD-46012F86855D}" type="slidenum">
              <a:rPr lang="en-US" altLang="en-US"/>
              <a:pPr/>
              <a:t>‹#›</a:t>
            </a:fld>
            <a:endParaRPr lang="en-US" altLang="en-US"/>
          </a:p>
        </p:txBody>
      </p:sp>
    </p:spTree>
    <p:extLst>
      <p:ext uri="{BB962C8B-B14F-4D97-AF65-F5344CB8AC3E}">
        <p14:creationId xmlns:p14="http://schemas.microsoft.com/office/powerpoint/2010/main" val="27574814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046D7-0367-DEBB-99FE-7AB19B1018D0}"/>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955BC35E-FA26-823E-3A53-3F9E454553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97D48183-7090-2E45-410E-F3DA2DF08431}"/>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83FA20A0-D4B8-6427-7631-8C7B1A91CBD0}"/>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F336B639-B737-7499-78AC-FD929F9581D4}"/>
              </a:ext>
            </a:extLst>
          </p:cNvPr>
          <p:cNvSpPr>
            <a:spLocks noGrp="1"/>
          </p:cNvSpPr>
          <p:nvPr>
            <p:ph type="sldNum" idx="12"/>
          </p:nvPr>
        </p:nvSpPr>
        <p:spPr/>
        <p:txBody>
          <a:bodyPr/>
          <a:lstStyle>
            <a:lvl1pPr>
              <a:defRPr/>
            </a:lvl1pPr>
          </a:lstStyle>
          <a:p>
            <a:fld id="{A3512B36-723A-4BB1-9F88-FB046088802F}" type="slidenum">
              <a:rPr lang="en-US" altLang="en-US"/>
              <a:pPr/>
              <a:t>‹#›</a:t>
            </a:fld>
            <a:endParaRPr lang="en-US" altLang="en-US"/>
          </a:p>
        </p:txBody>
      </p:sp>
    </p:spTree>
    <p:extLst>
      <p:ext uri="{BB962C8B-B14F-4D97-AF65-F5344CB8AC3E}">
        <p14:creationId xmlns:p14="http://schemas.microsoft.com/office/powerpoint/2010/main" val="29248291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90ACBE-4C51-DC34-A86B-41023CE23E92}"/>
              </a:ext>
            </a:extLst>
          </p:cNvPr>
          <p:cNvSpPr>
            <a:spLocks noGrp="1"/>
          </p:cNvSpPr>
          <p:nvPr>
            <p:ph type="title" orient="vert"/>
          </p:nvPr>
        </p:nvSpPr>
        <p:spPr>
          <a:xfrm>
            <a:off x="7307263" y="576263"/>
            <a:ext cx="2266950" cy="5607050"/>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777090E8-5302-7382-3B72-B50EBF421E0A}"/>
              </a:ext>
            </a:extLst>
          </p:cNvPr>
          <p:cNvSpPr>
            <a:spLocks noGrp="1"/>
          </p:cNvSpPr>
          <p:nvPr>
            <p:ph type="body" orient="vert" idx="1"/>
          </p:nvPr>
        </p:nvSpPr>
        <p:spPr>
          <a:xfrm>
            <a:off x="503238" y="576263"/>
            <a:ext cx="6651625" cy="56070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751DC4FC-4E69-ABDB-D922-859CC92B2B37}"/>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4357CCDE-3884-1280-7DCE-41DA75798AB4}"/>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6563D3F6-CC2F-A1D7-6AC6-83F9139795E3}"/>
              </a:ext>
            </a:extLst>
          </p:cNvPr>
          <p:cNvSpPr>
            <a:spLocks noGrp="1"/>
          </p:cNvSpPr>
          <p:nvPr>
            <p:ph type="sldNum" idx="12"/>
          </p:nvPr>
        </p:nvSpPr>
        <p:spPr/>
        <p:txBody>
          <a:bodyPr/>
          <a:lstStyle>
            <a:lvl1pPr>
              <a:defRPr/>
            </a:lvl1pPr>
          </a:lstStyle>
          <a:p>
            <a:fld id="{32DABBD5-5F69-4CAF-9822-8FAE72DF5E69}" type="slidenum">
              <a:rPr lang="en-US" altLang="en-US"/>
              <a:pPr/>
              <a:t>‹#›</a:t>
            </a:fld>
            <a:endParaRPr lang="en-US" altLang="en-US"/>
          </a:p>
        </p:txBody>
      </p:sp>
    </p:spTree>
    <p:extLst>
      <p:ext uri="{BB962C8B-B14F-4D97-AF65-F5344CB8AC3E}">
        <p14:creationId xmlns:p14="http://schemas.microsoft.com/office/powerpoint/2010/main" val="14767055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CFCA1-DEBD-E31A-5609-BF8EFE5D0B9C}"/>
              </a:ext>
            </a:extLst>
          </p:cNvPr>
          <p:cNvSpPr>
            <a:spLocks noGrp="1"/>
          </p:cNvSpPr>
          <p:nvPr>
            <p:ph type="title"/>
          </p:nvPr>
        </p:nvSpPr>
        <p:spPr>
          <a:xfrm>
            <a:off x="503238" y="576263"/>
            <a:ext cx="7197725" cy="719137"/>
          </a:xfrm>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4C05ED78-63B7-9159-1CF6-922499D7CE73}"/>
              </a:ext>
            </a:extLst>
          </p:cNvPr>
          <p:cNvSpPr>
            <a:spLocks noGrp="1"/>
          </p:cNvSpPr>
          <p:nvPr>
            <p:ph type="dt" idx="10"/>
          </p:nvPr>
        </p:nvSpPr>
        <p:spPr>
          <a:xfrm>
            <a:off x="503238" y="6886575"/>
            <a:ext cx="2346325" cy="519113"/>
          </a:xfrm>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EB671185-209F-D618-37D5-0A9D0FAB98A6}"/>
              </a:ext>
            </a:extLst>
          </p:cNvPr>
          <p:cNvSpPr>
            <a:spLocks noGrp="1"/>
          </p:cNvSpPr>
          <p:nvPr>
            <p:ph type="ftr" idx="11"/>
          </p:nvPr>
        </p:nvSpPr>
        <p:spPr>
          <a:xfrm>
            <a:off x="3448050" y="6886575"/>
            <a:ext cx="3194050" cy="519113"/>
          </a:xfrm>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36BB3AA8-1EE7-5625-CB4A-2D1D8BCB9561}"/>
              </a:ext>
            </a:extLst>
          </p:cNvPr>
          <p:cNvSpPr>
            <a:spLocks noGrp="1"/>
          </p:cNvSpPr>
          <p:nvPr>
            <p:ph type="sldNum" idx="12"/>
          </p:nvPr>
        </p:nvSpPr>
        <p:spPr>
          <a:xfrm>
            <a:off x="7226300" y="6886575"/>
            <a:ext cx="2346325" cy="519113"/>
          </a:xfrm>
        </p:spPr>
        <p:txBody>
          <a:bodyPr/>
          <a:lstStyle>
            <a:lvl1pPr>
              <a:defRPr/>
            </a:lvl1pPr>
          </a:lstStyle>
          <a:p>
            <a:fld id="{4DD7F3B9-9113-4015-8D6C-D821A0E89151}" type="slidenum">
              <a:rPr lang="en-US" altLang="en-US"/>
              <a:pPr/>
              <a:t>‹#›</a:t>
            </a:fld>
            <a:endParaRPr lang="en-US" altLang="en-US"/>
          </a:p>
        </p:txBody>
      </p:sp>
    </p:spTree>
    <p:extLst>
      <p:ext uri="{BB962C8B-B14F-4D97-AF65-F5344CB8AC3E}">
        <p14:creationId xmlns:p14="http://schemas.microsoft.com/office/powerpoint/2010/main" val="1175295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5" name="Rectangle 1">
            <a:extLst>
              <a:ext uri="{FF2B5EF4-FFF2-40B4-BE49-F238E27FC236}">
                <a16:creationId xmlns:a16="http://schemas.microsoft.com/office/drawing/2014/main" id="{B8A190AF-EFA1-1EB5-975C-A704085709F6}"/>
              </a:ext>
            </a:extLst>
          </p:cNvPr>
          <p:cNvSpPr>
            <a:spLocks noGrp="1" noChangeArrowheads="1"/>
          </p:cNvSpPr>
          <p:nvPr>
            <p:ph type="title"/>
          </p:nvPr>
        </p:nvSpPr>
        <p:spPr bwMode="auto">
          <a:xfrm>
            <a:off x="503238" y="301625"/>
            <a:ext cx="9069387" cy="1260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en-US"/>
              <a:t>Click to edit the title text format</a:t>
            </a:r>
          </a:p>
        </p:txBody>
      </p:sp>
      <p:sp>
        <p:nvSpPr>
          <p:cNvPr id="1026" name="Rectangle 2">
            <a:extLst>
              <a:ext uri="{FF2B5EF4-FFF2-40B4-BE49-F238E27FC236}">
                <a16:creationId xmlns:a16="http://schemas.microsoft.com/office/drawing/2014/main" id="{D7EFA26B-0289-3322-B25A-CA62FE810D14}"/>
              </a:ext>
            </a:extLst>
          </p:cNvPr>
          <p:cNvSpPr>
            <a:spLocks noGrp="1" noChangeArrowheads="1"/>
          </p:cNvSpPr>
          <p:nvPr>
            <p:ph type="body" idx="1"/>
          </p:nvPr>
        </p:nvSpPr>
        <p:spPr bwMode="auto">
          <a:xfrm>
            <a:off x="503238" y="1768475"/>
            <a:ext cx="9069387" cy="438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4192" rIns="0" bIns="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1027" name="Rectangle 3">
            <a:extLst>
              <a:ext uri="{FF2B5EF4-FFF2-40B4-BE49-F238E27FC236}">
                <a16:creationId xmlns:a16="http://schemas.microsoft.com/office/drawing/2014/main" id="{D231DCEB-F0ED-F7D2-3A39-78ABF0280BDC}"/>
              </a:ext>
            </a:extLst>
          </p:cNvPr>
          <p:cNvSpPr>
            <a:spLocks noGrp="1" noChangeArrowheads="1"/>
          </p:cNvSpPr>
          <p:nvPr>
            <p:ph type="dt"/>
          </p:nvPr>
        </p:nvSpPr>
        <p:spPr bwMode="auto">
          <a:xfrm>
            <a:off x="503238"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nSpc>
                <a:spcPct val="93000"/>
              </a:lnSpc>
              <a:tabLst>
                <a:tab pos="457200" algn="l"/>
                <a:tab pos="914400" algn="l"/>
                <a:tab pos="1371600" algn="l"/>
                <a:tab pos="1828800" algn="l"/>
                <a:tab pos="22860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1028" name="Rectangle 4">
            <a:extLst>
              <a:ext uri="{FF2B5EF4-FFF2-40B4-BE49-F238E27FC236}">
                <a16:creationId xmlns:a16="http://schemas.microsoft.com/office/drawing/2014/main" id="{564D8506-CE0D-5136-FA71-DB46E79C4EA5}"/>
              </a:ext>
            </a:extLst>
          </p:cNvPr>
          <p:cNvSpPr>
            <a:spLocks noGrp="1" noChangeArrowheads="1"/>
          </p:cNvSpPr>
          <p:nvPr>
            <p:ph type="ftr"/>
          </p:nvPr>
        </p:nvSpPr>
        <p:spPr bwMode="auto">
          <a:xfrm>
            <a:off x="3448050" y="6886575"/>
            <a:ext cx="31940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a:lnSpc>
                <a:spcPct val="93000"/>
              </a:lnSpc>
              <a:tabLst>
                <a:tab pos="457200" algn="l"/>
                <a:tab pos="914400" algn="l"/>
                <a:tab pos="1371600" algn="l"/>
                <a:tab pos="1828800" algn="l"/>
                <a:tab pos="2286000" algn="l"/>
                <a:tab pos="27432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1029" name="Rectangle 5">
            <a:extLst>
              <a:ext uri="{FF2B5EF4-FFF2-40B4-BE49-F238E27FC236}">
                <a16:creationId xmlns:a16="http://schemas.microsoft.com/office/drawing/2014/main" id="{BC1A637F-2F06-C6AA-ABF5-BADA9BBA3B2E}"/>
              </a:ext>
            </a:extLst>
          </p:cNvPr>
          <p:cNvSpPr>
            <a:spLocks noGrp="1" noChangeArrowheads="1"/>
          </p:cNvSpPr>
          <p:nvPr>
            <p:ph type="sldNum"/>
          </p:nvPr>
        </p:nvSpPr>
        <p:spPr bwMode="auto">
          <a:xfrm>
            <a:off x="7227888"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lnSpc>
                <a:spcPct val="93000"/>
              </a:lnSpc>
              <a:tabLst>
                <a:tab pos="457200" algn="l"/>
                <a:tab pos="914400" algn="l"/>
                <a:tab pos="1371600" algn="l"/>
                <a:tab pos="1828800" algn="l"/>
                <a:tab pos="2286000" algn="l"/>
              </a:tabLst>
              <a:defRPr sz="1400">
                <a:solidFill>
                  <a:srgbClr val="000000"/>
                </a:solidFill>
                <a:latin typeface="Times New Roman" panose="02020603050405020304" pitchFamily="18" charset="0"/>
                <a:cs typeface="DejaVu Sans" charset="0"/>
              </a:defRPr>
            </a:lvl1pPr>
          </a:lstStyle>
          <a:p>
            <a:fld id="{778B2BE5-4F34-443A-A557-95ED9E0A56C8}"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kern="1200">
          <a:solidFill>
            <a:srgbClr val="000000"/>
          </a:solidFill>
          <a:latin typeface="+mj-lt"/>
          <a:ea typeface="+mj-ea"/>
          <a:cs typeface="+mj-cs"/>
        </a:defRPr>
      </a:lvl1pPr>
      <a:lvl2pPr marL="742950" indent="-28575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2pPr>
      <a:lvl3pPr marL="11430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3pPr>
      <a:lvl4pPr marL="16002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4pPr>
      <a:lvl5pPr marL="20574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5pPr>
      <a:lvl6pPr marL="25146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6pPr>
      <a:lvl7pPr marL="29718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7pPr>
      <a:lvl8pPr marL="34290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8pPr>
      <a:lvl9pPr marL="38862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9pPr>
    </p:titleStyle>
    <p:bodyStyle>
      <a:lvl1pPr marL="342900" indent="-342900" algn="l" defTabSz="457200" rtl="0" fontAlgn="base" hangingPunct="0">
        <a:lnSpc>
          <a:spcPct val="94000"/>
        </a:lnSpc>
        <a:spcBef>
          <a:spcPct val="0"/>
        </a:spcBef>
        <a:spcAft>
          <a:spcPts val="1425"/>
        </a:spcAft>
        <a:buClr>
          <a:srgbClr val="000000"/>
        </a:buClr>
        <a:buSzPct val="100000"/>
        <a:buFont typeface="Times New Roman" panose="02020603050405020304" pitchFamily="18" charset="0"/>
        <a:defRPr sz="3200" kern="1200">
          <a:solidFill>
            <a:srgbClr val="000000"/>
          </a:solidFill>
          <a:latin typeface="+mn-lt"/>
          <a:ea typeface="+mn-ea"/>
          <a:cs typeface="+mn-cs"/>
        </a:defRPr>
      </a:lvl1pPr>
      <a:lvl2pPr marL="742950" indent="-285750" algn="l" defTabSz="457200" rtl="0" fontAlgn="base" hangingPunct="0">
        <a:lnSpc>
          <a:spcPct val="94000"/>
        </a:lnSpc>
        <a:spcBef>
          <a:spcPct val="0"/>
        </a:spcBef>
        <a:spcAft>
          <a:spcPts val="1138"/>
        </a:spcAft>
        <a:buClr>
          <a:srgbClr val="000000"/>
        </a:buClr>
        <a:buSzPct val="100000"/>
        <a:buFont typeface="Times New Roman" panose="02020603050405020304" pitchFamily="18" charset="0"/>
        <a:defRPr sz="2800" kern="1200">
          <a:solidFill>
            <a:srgbClr val="000000"/>
          </a:solidFill>
          <a:latin typeface="+mn-lt"/>
          <a:ea typeface="+mn-ea"/>
          <a:cs typeface="+mn-cs"/>
        </a:defRPr>
      </a:lvl2pPr>
      <a:lvl3pPr marL="1143000" indent="-228600" algn="l" defTabSz="457200" rtl="0" fontAlgn="base" hangingPunct="0">
        <a:lnSpc>
          <a:spcPct val="94000"/>
        </a:lnSpc>
        <a:spcBef>
          <a:spcPct val="0"/>
        </a:spcBef>
        <a:spcAft>
          <a:spcPts val="850"/>
        </a:spcAft>
        <a:buClr>
          <a:srgbClr val="000000"/>
        </a:buClr>
        <a:buSzPct val="100000"/>
        <a:buFont typeface="Times New Roman" panose="02020603050405020304" pitchFamily="18" charset="0"/>
        <a:defRPr sz="2400" kern="1200">
          <a:solidFill>
            <a:srgbClr val="000000"/>
          </a:solidFill>
          <a:latin typeface="+mn-lt"/>
          <a:ea typeface="+mn-ea"/>
          <a:cs typeface="+mn-cs"/>
        </a:defRPr>
      </a:lvl3pPr>
      <a:lvl4pPr marL="1600200" indent="-228600" algn="l" defTabSz="457200" rtl="0" fontAlgn="base" hangingPunct="0">
        <a:lnSpc>
          <a:spcPct val="94000"/>
        </a:lnSpc>
        <a:spcBef>
          <a:spcPct val="0"/>
        </a:spcBef>
        <a:spcAft>
          <a:spcPts val="575"/>
        </a:spcAft>
        <a:buClr>
          <a:srgbClr val="000000"/>
        </a:buClr>
        <a:buSzPct val="100000"/>
        <a:buFont typeface="Times New Roman" panose="02020603050405020304" pitchFamily="18" charset="0"/>
        <a:defRPr sz="2000" kern="1200">
          <a:solidFill>
            <a:srgbClr val="000000"/>
          </a:solidFill>
          <a:latin typeface="+mn-lt"/>
          <a:ea typeface="+mn-ea"/>
          <a:cs typeface="+mn-cs"/>
        </a:defRPr>
      </a:lvl4pPr>
      <a:lvl5pPr marL="2057400" indent="-228600" algn="l" defTabSz="457200" rtl="0" fontAlgn="base" hangingPunct="0">
        <a:lnSpc>
          <a:spcPct val="94000"/>
        </a:lnSpc>
        <a:spcBef>
          <a:spcPct val="0"/>
        </a:spcBef>
        <a:spcAft>
          <a:spcPts val="288"/>
        </a:spcAft>
        <a:buClr>
          <a:srgbClr val="000000"/>
        </a:buClr>
        <a:buSzPct val="100000"/>
        <a:buFont typeface="Times New Roman" panose="02020603050405020304" pitchFamily="18" charset="0"/>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49" name="Picture 1">
            <a:extLst>
              <a:ext uri="{FF2B5EF4-FFF2-40B4-BE49-F238E27FC236}">
                <a16:creationId xmlns:a16="http://schemas.microsoft.com/office/drawing/2014/main" id="{FB1F6F4F-1074-7989-7F87-E0F0ADC884B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0079038" cy="75596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50" name="Rectangle 2">
            <a:extLst>
              <a:ext uri="{FF2B5EF4-FFF2-40B4-BE49-F238E27FC236}">
                <a16:creationId xmlns:a16="http://schemas.microsoft.com/office/drawing/2014/main" id="{D759A694-C832-066E-D5F9-F5947B054A5F}"/>
              </a:ext>
            </a:extLst>
          </p:cNvPr>
          <p:cNvSpPr>
            <a:spLocks noGrp="1" noChangeArrowheads="1"/>
          </p:cNvSpPr>
          <p:nvPr>
            <p:ph type="title"/>
          </p:nvPr>
        </p:nvSpPr>
        <p:spPr bwMode="auto">
          <a:xfrm>
            <a:off x="503238" y="576263"/>
            <a:ext cx="7197725" cy="719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en-US"/>
              <a:t>Click to edit the title text format</a:t>
            </a:r>
          </a:p>
        </p:txBody>
      </p:sp>
      <p:sp>
        <p:nvSpPr>
          <p:cNvPr id="2051" name="Rectangle 3">
            <a:extLst>
              <a:ext uri="{FF2B5EF4-FFF2-40B4-BE49-F238E27FC236}">
                <a16:creationId xmlns:a16="http://schemas.microsoft.com/office/drawing/2014/main" id="{1EC0CFDA-C8C4-0EB2-4F1B-905735A7A26C}"/>
              </a:ext>
            </a:extLst>
          </p:cNvPr>
          <p:cNvSpPr>
            <a:spLocks noGrp="1" noChangeArrowheads="1"/>
          </p:cNvSpPr>
          <p:nvPr>
            <p:ph type="body" idx="1"/>
          </p:nvPr>
        </p:nvSpPr>
        <p:spPr bwMode="auto">
          <a:xfrm>
            <a:off x="503238" y="1800225"/>
            <a:ext cx="9070975" cy="438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656" rIns="0" bIns="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2052" name="Rectangle 4">
            <a:extLst>
              <a:ext uri="{FF2B5EF4-FFF2-40B4-BE49-F238E27FC236}">
                <a16:creationId xmlns:a16="http://schemas.microsoft.com/office/drawing/2014/main" id="{5E5976D7-F5F9-6619-1A62-8CE57F4EC4BC}"/>
              </a:ext>
            </a:extLst>
          </p:cNvPr>
          <p:cNvSpPr>
            <a:spLocks noGrp="1" noChangeArrowheads="1"/>
          </p:cNvSpPr>
          <p:nvPr>
            <p:ph type="dt"/>
          </p:nvPr>
        </p:nvSpPr>
        <p:spPr bwMode="auto">
          <a:xfrm>
            <a:off x="503238"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nSpc>
                <a:spcPct val="93000"/>
              </a:lnSpc>
              <a:tabLst>
                <a:tab pos="457200" algn="l"/>
                <a:tab pos="914400" algn="l"/>
                <a:tab pos="1371600" algn="l"/>
                <a:tab pos="1828800" algn="l"/>
                <a:tab pos="22860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2053" name="Rectangle 5">
            <a:extLst>
              <a:ext uri="{FF2B5EF4-FFF2-40B4-BE49-F238E27FC236}">
                <a16:creationId xmlns:a16="http://schemas.microsoft.com/office/drawing/2014/main" id="{568FEA71-43CD-68CF-24D4-4B8446FBDF12}"/>
              </a:ext>
            </a:extLst>
          </p:cNvPr>
          <p:cNvSpPr>
            <a:spLocks noGrp="1" noChangeArrowheads="1"/>
          </p:cNvSpPr>
          <p:nvPr>
            <p:ph type="ftr"/>
          </p:nvPr>
        </p:nvSpPr>
        <p:spPr bwMode="auto">
          <a:xfrm>
            <a:off x="3448050" y="6886575"/>
            <a:ext cx="31940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a:lnSpc>
                <a:spcPct val="93000"/>
              </a:lnSpc>
              <a:tabLst>
                <a:tab pos="457200" algn="l"/>
                <a:tab pos="914400" algn="l"/>
                <a:tab pos="1371600" algn="l"/>
                <a:tab pos="1828800" algn="l"/>
                <a:tab pos="2286000" algn="l"/>
                <a:tab pos="27432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2054" name="Rectangle 6">
            <a:extLst>
              <a:ext uri="{FF2B5EF4-FFF2-40B4-BE49-F238E27FC236}">
                <a16:creationId xmlns:a16="http://schemas.microsoft.com/office/drawing/2014/main" id="{8D9EFB0E-FF89-1C87-8417-C54C74513501}"/>
              </a:ext>
            </a:extLst>
          </p:cNvPr>
          <p:cNvSpPr>
            <a:spLocks noGrp="1" noChangeArrowheads="1"/>
          </p:cNvSpPr>
          <p:nvPr>
            <p:ph type="sldNum"/>
          </p:nvPr>
        </p:nvSpPr>
        <p:spPr bwMode="auto">
          <a:xfrm>
            <a:off x="7226300"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lnSpc>
                <a:spcPct val="93000"/>
              </a:lnSpc>
              <a:tabLst>
                <a:tab pos="457200" algn="l"/>
                <a:tab pos="914400" algn="l"/>
                <a:tab pos="1371600" algn="l"/>
                <a:tab pos="1828800" algn="l"/>
                <a:tab pos="2286000" algn="l"/>
              </a:tabLst>
              <a:defRPr sz="1400">
                <a:solidFill>
                  <a:srgbClr val="000000"/>
                </a:solidFill>
                <a:latin typeface="Times New Roman" panose="02020603050405020304" pitchFamily="18" charset="0"/>
                <a:cs typeface="DejaVu Sans" charset="0"/>
              </a:defRPr>
            </a:lvl1pPr>
          </a:lstStyle>
          <a:p>
            <a:fld id="{594F174B-D956-4529-A400-5F0870BBF1C8}"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kern="1200">
          <a:solidFill>
            <a:srgbClr val="000000"/>
          </a:solidFill>
          <a:latin typeface="+mj-lt"/>
          <a:ea typeface="+mj-ea"/>
          <a:cs typeface="+mj-cs"/>
        </a:defRPr>
      </a:lvl1pPr>
      <a:lvl2pPr marL="742950" indent="-28575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2pPr>
      <a:lvl3pPr marL="11430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3pPr>
      <a:lvl4pPr marL="16002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4pPr>
      <a:lvl5pPr marL="20574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5pPr>
      <a:lvl6pPr marL="25146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6pPr>
      <a:lvl7pPr marL="29718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7pPr>
      <a:lvl8pPr marL="34290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8pPr>
      <a:lvl9pPr marL="38862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9pPr>
    </p:titleStyle>
    <p:bodyStyle>
      <a:lvl1pPr marL="342900" indent="-342900" algn="l" defTabSz="457200" rtl="0" fontAlgn="base" hangingPunct="0">
        <a:lnSpc>
          <a:spcPct val="94000"/>
        </a:lnSpc>
        <a:spcBef>
          <a:spcPct val="0"/>
        </a:spcBef>
        <a:spcAft>
          <a:spcPts val="1425"/>
        </a:spcAft>
        <a:buClr>
          <a:srgbClr val="000000"/>
        </a:buClr>
        <a:buSzPct val="100000"/>
        <a:buFont typeface="Times New Roman" panose="02020603050405020304" pitchFamily="18" charset="0"/>
        <a:defRPr sz="2600" kern="1200">
          <a:solidFill>
            <a:srgbClr val="000000"/>
          </a:solidFill>
          <a:latin typeface="+mn-lt"/>
          <a:ea typeface="+mn-ea"/>
          <a:cs typeface="+mn-cs"/>
        </a:defRPr>
      </a:lvl1pPr>
      <a:lvl2pPr marL="742950" indent="-285750" algn="l" defTabSz="457200" rtl="0" fontAlgn="base" hangingPunct="0">
        <a:lnSpc>
          <a:spcPct val="94000"/>
        </a:lnSpc>
        <a:spcBef>
          <a:spcPct val="0"/>
        </a:spcBef>
        <a:spcAft>
          <a:spcPts val="1138"/>
        </a:spcAft>
        <a:buClr>
          <a:srgbClr val="000000"/>
        </a:buClr>
        <a:buSzPct val="100000"/>
        <a:buFont typeface="Times New Roman" panose="02020603050405020304" pitchFamily="18" charset="0"/>
        <a:defRPr sz="2600" kern="1200">
          <a:solidFill>
            <a:srgbClr val="000000"/>
          </a:solidFill>
          <a:latin typeface="+mn-lt"/>
          <a:ea typeface="+mn-ea"/>
          <a:cs typeface="+mn-cs"/>
        </a:defRPr>
      </a:lvl2pPr>
      <a:lvl3pPr marL="1143000" indent="-228600" algn="l" defTabSz="457200" rtl="0" fontAlgn="base" hangingPunct="0">
        <a:lnSpc>
          <a:spcPct val="94000"/>
        </a:lnSpc>
        <a:spcBef>
          <a:spcPct val="0"/>
        </a:spcBef>
        <a:spcAft>
          <a:spcPts val="850"/>
        </a:spcAft>
        <a:buClr>
          <a:srgbClr val="000000"/>
        </a:buClr>
        <a:buSzPct val="100000"/>
        <a:buFont typeface="Times New Roman" panose="02020603050405020304" pitchFamily="18" charset="0"/>
        <a:defRPr sz="2600" kern="1200">
          <a:solidFill>
            <a:srgbClr val="000000"/>
          </a:solidFill>
          <a:latin typeface="+mn-lt"/>
          <a:ea typeface="+mn-ea"/>
          <a:cs typeface="+mn-cs"/>
        </a:defRPr>
      </a:lvl3pPr>
      <a:lvl4pPr marL="1600200" indent="-228600" algn="l" defTabSz="457200" rtl="0" fontAlgn="base" hangingPunct="0">
        <a:lnSpc>
          <a:spcPct val="94000"/>
        </a:lnSpc>
        <a:spcBef>
          <a:spcPct val="0"/>
        </a:spcBef>
        <a:spcAft>
          <a:spcPts val="575"/>
        </a:spcAft>
        <a:buClr>
          <a:srgbClr val="000000"/>
        </a:buClr>
        <a:buSzPct val="100000"/>
        <a:buFont typeface="Times New Roman" panose="02020603050405020304" pitchFamily="18" charset="0"/>
        <a:defRPr sz="2600" kern="1200">
          <a:solidFill>
            <a:srgbClr val="000000"/>
          </a:solidFill>
          <a:latin typeface="+mn-lt"/>
          <a:ea typeface="+mn-ea"/>
          <a:cs typeface="+mn-cs"/>
        </a:defRPr>
      </a:lvl4pPr>
      <a:lvl5pPr marL="2057400" indent="-228600" algn="l" defTabSz="457200" rtl="0" fontAlgn="base" hangingPunct="0">
        <a:lnSpc>
          <a:spcPct val="94000"/>
        </a:lnSpc>
        <a:spcBef>
          <a:spcPct val="0"/>
        </a:spcBef>
        <a:spcAft>
          <a:spcPts val="288"/>
        </a:spcAft>
        <a:buClr>
          <a:srgbClr val="000000"/>
        </a:buClr>
        <a:buSzPct val="100000"/>
        <a:buFont typeface="Times New Roman" panose="02020603050405020304" pitchFamily="18" charset="0"/>
        <a:defRPr sz="26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
            <a:extLst>
              <a:ext uri="{FF2B5EF4-FFF2-40B4-BE49-F238E27FC236}">
                <a16:creationId xmlns:a16="http://schemas.microsoft.com/office/drawing/2014/main" id="{8E371055-0DBB-F554-D157-66DC463DF0E9}"/>
              </a:ext>
            </a:extLst>
          </p:cNvPr>
          <p:cNvSpPr>
            <a:spLocks noGrp="1" noChangeArrowheads="1"/>
          </p:cNvSpPr>
          <p:nvPr>
            <p:ph type="title"/>
          </p:nvPr>
        </p:nvSpPr>
        <p:spPr>
          <a:xfrm>
            <a:off x="503238" y="576263"/>
            <a:ext cx="7199312" cy="720725"/>
          </a:xfrm>
          <a:ln/>
        </p:spPr>
        <p:txBody>
          <a:bodyPr tIns="27215"/>
          <a:lstStyle/>
          <a:p>
            <a: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altLang="en-US"/>
              <a:t>Lorem ipsum</a:t>
            </a:r>
          </a:p>
        </p:txBody>
      </p:sp>
      <p:sp>
        <p:nvSpPr>
          <p:cNvPr id="4098" name="Rectangle 2">
            <a:extLst>
              <a:ext uri="{FF2B5EF4-FFF2-40B4-BE49-F238E27FC236}">
                <a16:creationId xmlns:a16="http://schemas.microsoft.com/office/drawing/2014/main" id="{01714328-DA67-09B0-4766-0F90FEFD4A16}"/>
              </a:ext>
            </a:extLst>
          </p:cNvPr>
          <p:cNvSpPr>
            <a:spLocks noGrp="1" noChangeArrowheads="1"/>
          </p:cNvSpPr>
          <p:nvPr>
            <p:ph type="subTitle" idx="4294967295"/>
          </p:nvPr>
        </p:nvSpPr>
        <p:spPr bwMode="auto">
          <a:xfrm>
            <a:off x="503238" y="1800225"/>
            <a:ext cx="9072562" cy="43846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1340" rIns="0" bIns="0" anchor="ctr"/>
          <a:lstStyle/>
          <a:p>
            <a:pPr marL="0" indent="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lang="en-US" altLang="en-US" sz="1500"/>
              <a:t>Lorem ipsum dolor sit amet, consectetur adipiscing elit. Nunc ac faucibus odio. Vestibulum neque massa, scelerisque sit amet ligula eu, congue molestie mi. Praesent ut varius sem. Nullam at porttitor arcu, nec lacinia nisi. Ut ac dolor vitae odio interdum condimentum. Vivamus dapibus sodales ex, vitae malesuada ipsum cursus convallis. Maecenas sed egestas nulla, ac condimentum orci. Mauris diam felis, vulputate ac suscipit et, iaculis non est. Curabitur semper arcu ac ligula semper, nec luctus nisl blandit. Integer lacinia ante ac libero lobortis imperdiet. Nullam mollis convallis ipsum, ac accumsan nunc vehicula vitae. Nulla eget justo in felis tristique fringilla. Morbi sit amet tortor quis risus auctor condimentum. Morbi in ullamcorper elit. Nulla iaculis tellus sit amet mauris tempus fringilla.</a:t>
            </a:r>
          </a:p>
          <a:p>
            <a:pPr marL="0" indent="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lang="en-US" altLang="en-US" sz="1500"/>
          </a:p>
          <a:p>
            <a:pPr marL="0" indent="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lang="en-US" altLang="en-US" sz="1500"/>
              <a:t>Maecenas mauris lectus, lobortis et purus mattis, blandit dictum tellus. Maecenas non lorem quis tellus placerat varius. Nulla facilisi. Aenean congue fringilla justo ut aliquam. Mauris id ex erat. Nunc vulputate neque vitae justo facilisis, non condimentum ante sagittis. Morbi viverra semper lorem nec molestie. Maecenas tincidunt est efficitur ligula euismod, sit amet ornare est vulputate.</a:t>
            </a:r>
          </a:p>
          <a:p>
            <a:pPr marL="0" indent="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lang="en-US" altLang="en-US" sz="1500"/>
          </a:p>
        </p:txBody>
      </p:sp>
    </p:spTree>
  </p:cSld>
  <p:clrMapOvr>
    <a:masterClrMapping/>
  </p:clrMapOvr>
  <p:transition spd="med"/>
  <p:timing>
    <p:tnLst>
      <p:par>
        <p:cTn id="1" dur="indefinite"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409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4098">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fill="hold" nodeType="clickEffect">
                                  <p:stCondLst>
                                    <p:cond delay="0"/>
                                  </p:stCondLst>
                                  <p:childTnLst>
                                    <p:set>
                                      <p:cBhvr additive="repl">
                                        <p:cTn id="14" dur="1" fill="hold">
                                          <p:stCondLst>
                                            <p:cond delay="0"/>
                                          </p:stCondLst>
                                        </p:cTn>
                                        <p:tgtEl>
                                          <p:spTgt spid="409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a:extLst>
              <a:ext uri="{FF2B5EF4-FFF2-40B4-BE49-F238E27FC236}">
                <a16:creationId xmlns:a16="http://schemas.microsoft.com/office/drawing/2014/main" id="{98A1BA40-7AB3-B237-B350-44EFD9D298E8}"/>
              </a:ext>
            </a:extLst>
          </p:cNvPr>
          <p:cNvSpPr>
            <a:spLocks noGrp="1" noChangeArrowheads="1"/>
          </p:cNvSpPr>
          <p:nvPr>
            <p:ph type="title"/>
          </p:nvPr>
        </p:nvSpPr>
        <p:spPr>
          <a:xfrm>
            <a:off x="503238" y="576263"/>
            <a:ext cx="7199312" cy="720725"/>
          </a:xfrm>
          <a:ln/>
        </p:spPr>
        <p:txBody>
          <a:bodyPr tIns="27215"/>
          <a:lstStyle/>
          <a:p>
            <a: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altLang="en-US"/>
              <a:t>Chart</a:t>
            </a:r>
          </a:p>
        </p:txBody>
      </p:sp>
      <p:graphicFrame>
        <p:nvGraphicFramePr>
          <p:cNvPr id="5122" name="Object 2">
            <a:extLst>
              <a:ext uri="{FF2B5EF4-FFF2-40B4-BE49-F238E27FC236}">
                <a16:creationId xmlns:a16="http://schemas.microsoft.com/office/drawing/2014/main" id="{A9925CD0-E216-BE9D-B42A-81E4C155948F}"/>
              </a:ext>
            </a:extLst>
          </p:cNvPr>
          <p:cNvGraphicFramePr>
            <a:graphicFrameLocks noChangeAspect="1"/>
          </p:cNvGraphicFramePr>
          <p:nvPr/>
        </p:nvGraphicFramePr>
        <p:xfrm>
          <a:off x="1693863" y="2487613"/>
          <a:ext cx="6865937" cy="3598862"/>
        </p:xfrm>
        <a:graphic>
          <a:graphicData uri="http://schemas.openxmlformats.org/presentationml/2006/ole">
            <mc:AlternateContent xmlns:mc="http://schemas.openxmlformats.org/markup-compatibility/2006">
              <mc:Choice xmlns:v="urn:schemas-microsoft-com:vml" Requires="v">
                <p:oleObj r:id="rId3" imgW="6866280" imgH="3598920" progId="">
                  <p:embed/>
                </p:oleObj>
              </mc:Choice>
              <mc:Fallback>
                <p:oleObj r:id="rId3" imgW="6866280" imgH="3598920"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3863" y="2487613"/>
                        <a:ext cx="6865937" cy="3598862"/>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timing>
    <p:tnLst>
      <p:par>
        <p:cTn id="1" dur="indefinite"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512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a:extLst>
              <a:ext uri="{FF2B5EF4-FFF2-40B4-BE49-F238E27FC236}">
                <a16:creationId xmlns:a16="http://schemas.microsoft.com/office/drawing/2014/main" id="{57C84031-AF98-0CE8-D61A-8027D656957E}"/>
              </a:ext>
            </a:extLst>
          </p:cNvPr>
          <p:cNvSpPr>
            <a:spLocks noGrp="1" noChangeArrowheads="1"/>
          </p:cNvSpPr>
          <p:nvPr>
            <p:ph type="title"/>
          </p:nvPr>
        </p:nvSpPr>
        <p:spPr>
          <a:xfrm>
            <a:off x="503238" y="576263"/>
            <a:ext cx="7199312" cy="720725"/>
          </a:xfrm>
          <a:ln/>
        </p:spPr>
        <p:txBody>
          <a:bodyPr tIns="27215"/>
          <a:lstStyle/>
          <a:p>
            <a: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altLang="en-US"/>
              <a:t>Table</a:t>
            </a:r>
          </a:p>
        </p:txBody>
      </p:sp>
      <p:graphicFrame>
        <p:nvGraphicFramePr>
          <p:cNvPr id="6146" name="Group 2">
            <a:extLst>
              <a:ext uri="{FF2B5EF4-FFF2-40B4-BE49-F238E27FC236}">
                <a16:creationId xmlns:a16="http://schemas.microsoft.com/office/drawing/2014/main" id="{78D50F19-92FB-47FA-3BD7-532D2C7AD3BD}"/>
              </a:ext>
            </a:extLst>
          </p:cNvPr>
          <p:cNvGraphicFramePr>
            <a:graphicFrameLocks noGrp="1"/>
          </p:cNvGraphicFramePr>
          <p:nvPr/>
        </p:nvGraphicFramePr>
        <p:xfrm>
          <a:off x="503238" y="1800225"/>
          <a:ext cx="9074150" cy="3398838"/>
        </p:xfrm>
        <a:graphic>
          <a:graphicData uri="http://schemas.openxmlformats.org/drawingml/2006/table">
            <a:tbl>
              <a:tblPr/>
              <a:tblGrid>
                <a:gridCol w="1814512">
                  <a:extLst>
                    <a:ext uri="{9D8B030D-6E8A-4147-A177-3AD203B41FA5}">
                      <a16:colId xmlns:a16="http://schemas.microsoft.com/office/drawing/2014/main" val="1947028971"/>
                    </a:ext>
                  </a:extLst>
                </a:gridCol>
                <a:gridCol w="1814513">
                  <a:extLst>
                    <a:ext uri="{9D8B030D-6E8A-4147-A177-3AD203B41FA5}">
                      <a16:colId xmlns:a16="http://schemas.microsoft.com/office/drawing/2014/main" val="713493859"/>
                    </a:ext>
                  </a:extLst>
                </a:gridCol>
                <a:gridCol w="1816100">
                  <a:extLst>
                    <a:ext uri="{9D8B030D-6E8A-4147-A177-3AD203B41FA5}">
                      <a16:colId xmlns:a16="http://schemas.microsoft.com/office/drawing/2014/main" val="3449846844"/>
                    </a:ext>
                  </a:extLst>
                </a:gridCol>
                <a:gridCol w="1814512">
                  <a:extLst>
                    <a:ext uri="{9D8B030D-6E8A-4147-A177-3AD203B41FA5}">
                      <a16:colId xmlns:a16="http://schemas.microsoft.com/office/drawing/2014/main" val="336200426"/>
                    </a:ext>
                  </a:extLst>
                </a:gridCol>
                <a:gridCol w="1814513">
                  <a:extLst>
                    <a:ext uri="{9D8B030D-6E8A-4147-A177-3AD203B41FA5}">
                      <a16:colId xmlns:a16="http://schemas.microsoft.com/office/drawing/2014/main" val="3667101881"/>
                    </a:ext>
                  </a:extLst>
                </a:gridCol>
              </a:tblGrid>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rPr>
                        <a:t>Column 1</a:t>
                      </a: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kumimoji="0" lang="en-US" altLang="en-US" sz="1800" b="0" i="0" u="none" strike="noStrike" cap="none" normalizeH="0" baseline="0">
                          <a:ln>
                            <a:noFill/>
                          </a:ln>
                          <a:solidFill>
                            <a:srgbClr val="000000"/>
                          </a:solidFill>
                          <a:effectLst/>
                          <a:latin typeface="Arial" panose="020B0604020202020204" pitchFamily="34" charset="0"/>
                          <a:cs typeface="DejaVu Sans" charset="0"/>
                        </a:rPr>
                        <a:t>Column 2</a:t>
                      </a: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kumimoji="0" lang="en-US" altLang="en-US" sz="1800" b="0" i="0" u="none" strike="noStrike" cap="none" normalizeH="0" baseline="0">
                          <a:ln>
                            <a:noFill/>
                          </a:ln>
                          <a:solidFill>
                            <a:srgbClr val="000000"/>
                          </a:solidFill>
                          <a:effectLst/>
                          <a:latin typeface="Arial" panose="020B0604020202020204" pitchFamily="34" charset="0"/>
                          <a:cs typeface="DejaVu Sans" charset="0"/>
                        </a:rPr>
                        <a:t>Column 3</a:t>
                      </a: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kumimoji="0" lang="en-US" altLang="en-US" sz="1800" b="0" i="0" u="none" strike="noStrike" cap="none" normalizeH="0" baseline="0">
                          <a:ln>
                            <a:noFill/>
                          </a:ln>
                          <a:solidFill>
                            <a:srgbClr val="000000"/>
                          </a:solidFill>
                          <a:effectLst/>
                          <a:latin typeface="Arial" panose="020B0604020202020204" pitchFamily="34" charset="0"/>
                          <a:cs typeface="DejaVu Sans" charset="0"/>
                        </a:rPr>
                        <a:t>Column 4</a:t>
                      </a: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kumimoji="0" lang="en-US" altLang="en-US" sz="1800" b="0" i="0" u="none" strike="noStrike" cap="none" normalizeH="0" baseline="0">
                          <a:ln>
                            <a:noFill/>
                          </a:ln>
                          <a:solidFill>
                            <a:srgbClr val="000000"/>
                          </a:solidFill>
                          <a:effectLst/>
                          <a:latin typeface="Arial" panose="020B0604020202020204" pitchFamily="34" charset="0"/>
                          <a:cs typeface="DejaVu Sans" charset="0"/>
                        </a:rPr>
                        <a:t>Column 5</a:t>
                      </a:r>
                    </a:p>
                    <a:p>
                      <a:pPr marL="0" marR="0" lvl="0" indent="0" algn="l" defTabSz="457200" rtl="0" eaLnBrk="1"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2400" b="0" i="0" u="none" strike="noStrike" cap="none" normalizeH="0" baseline="0">
                        <a:ln>
                          <a:noFill/>
                        </a:ln>
                        <a:solidFill>
                          <a:srgbClr val="000000"/>
                        </a:solidFill>
                        <a:effectLst/>
                        <a:latin typeface="Times New Roman" panose="02020603050405020304" pitchFamily="18" charset="0"/>
                        <a:cs typeface="DejaVu Sans"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extLst>
                  <a:ext uri="{0D108BD9-81ED-4DB2-BD59-A6C34878D82A}">
                    <a16:rowId xmlns:a16="http://schemas.microsoft.com/office/drawing/2014/main" val="873301794"/>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414066098"/>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791521454"/>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239889366"/>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2520316906"/>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2988443568"/>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455642338"/>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841286979"/>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3513242761"/>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909746307"/>
                  </a:ext>
                </a:extLst>
              </a:tr>
            </a:tbl>
          </a:graphicData>
        </a:graphic>
      </p:graphicFrame>
    </p:spTree>
  </p:cSld>
  <p:clrMapOvr>
    <a:masterClrMapping/>
  </p:clrMapOvr>
  <p:transition spd="med"/>
  <p:timing>
    <p:tnLst>
      <p:par>
        <p:cTn id="1" dur="indefinite"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614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1">
            <a:extLst>
              <a:ext uri="{FF2B5EF4-FFF2-40B4-BE49-F238E27FC236}">
                <a16:creationId xmlns:a16="http://schemas.microsoft.com/office/drawing/2014/main" id="{0676B1E3-EB0A-1E93-6935-AEE1679A0124}"/>
              </a:ext>
            </a:extLst>
          </p:cNvPr>
          <p:cNvSpPr>
            <a:spLocks noGrp="1" noChangeArrowheads="1"/>
          </p:cNvSpPr>
          <p:nvPr>
            <p:ph type="title"/>
          </p:nvPr>
        </p:nvSpPr>
        <p:spPr>
          <a:xfrm>
            <a:off x="503238" y="576263"/>
            <a:ext cx="7199312" cy="720725"/>
          </a:xfrm>
          <a:ln/>
        </p:spPr>
        <p:txBody>
          <a:bodyPr tIns="27215"/>
          <a:lstStyle/>
          <a:p>
            <a: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altLang="en-US"/>
              <a:t>Photo</a:t>
            </a:r>
          </a:p>
        </p:txBody>
      </p:sp>
      <p:pic>
        <p:nvPicPr>
          <p:cNvPr id="7170" name="Picture 2">
            <a:extLst>
              <a:ext uri="{FF2B5EF4-FFF2-40B4-BE49-F238E27FC236}">
                <a16:creationId xmlns:a16="http://schemas.microsoft.com/office/drawing/2014/main" id="{21D4DD93-6FCD-CEC1-4707-BFBF8D0D91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1363" y="1828800"/>
            <a:ext cx="6294437" cy="44799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716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71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Droid Sans Fallback"/>
      </a:majorFont>
      <a:minorFont>
        <a:latin typeface="Arial"/>
        <a:ea typeface=""/>
        <a:cs typeface="Droid Sans Fallback"/>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Droid Sans Fallback"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Droid Sans Fallback"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WenQuanYi Zen Hei"/>
      </a:majorFont>
      <a:minorFont>
        <a:latin typeface="Arial"/>
        <a:ea typeface=""/>
        <a:cs typeface="WenQuanYi Zen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Droid Sans Fallback"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Droid Sans Fallback"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233</Words>
  <Application>Microsoft Office PowerPoint</Application>
  <PresentationFormat>Custom</PresentationFormat>
  <Paragraphs>16</Paragraphs>
  <Slides>4</Slides>
  <Notes>4</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0</vt:i4>
      </vt:variant>
      <vt:variant>
        <vt:lpstr>Slide Titles</vt:lpstr>
      </vt:variant>
      <vt:variant>
        <vt:i4>4</vt:i4>
      </vt:variant>
    </vt:vector>
  </HeadingPairs>
  <TitlesOfParts>
    <vt:vector size="11" baseType="lpstr">
      <vt:lpstr>Times New Roman</vt:lpstr>
      <vt:lpstr>Arial</vt:lpstr>
      <vt:lpstr>Droid Sans Fallback</vt:lpstr>
      <vt:lpstr>WenQuanYi Zen Hei</vt:lpstr>
      <vt:lpstr>DejaVu Sans</vt:lpstr>
      <vt:lpstr>Office Theme</vt:lpstr>
      <vt:lpstr>Office Theme</vt:lpstr>
      <vt:lpstr>Lorem ipsum</vt:lpstr>
      <vt:lpstr>Chart</vt:lpstr>
      <vt:lpstr>Table</vt:lpstr>
      <vt:lpstr>Photo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rodent</dc:creator>
  <cp:keywords/>
  <dc:description/>
  <cp:lastModifiedBy>Roelf Diedericks</cp:lastModifiedBy>
  <cp:revision>1</cp:revision>
  <cp:lastPrinted>1601-01-01T00:00:00Z</cp:lastPrinted>
  <dcterms:created xsi:type="dcterms:W3CDTF">2017-08-10T19:58:16Z</dcterms:created>
  <dcterms:modified xsi:type="dcterms:W3CDTF">2026-04-22T14:24:34Z</dcterms:modified>
</cp:coreProperties>
</file>